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4" r:id="rId6"/>
    <p:sldId id="268" r:id="rId7"/>
    <p:sldId id="261" r:id="rId8"/>
    <p:sldId id="262" r:id="rId9"/>
    <p:sldId id="263" r:id="rId10"/>
    <p:sldId id="265" r:id="rId11"/>
    <p:sldId id="266" r:id="rId12"/>
    <p:sldId id="267" r:id="rId13"/>
    <p:sldId id="272" r:id="rId14"/>
    <p:sldId id="269" r:id="rId15"/>
    <p:sldId id="274" r:id="rId16"/>
    <p:sldId id="275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70" r:id="rId27"/>
    <p:sldId id="285" r:id="rId28"/>
    <p:sldId id="271" r:id="rId29"/>
    <p:sldId id="286" r:id="rId30"/>
    <p:sldId id="287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FFB4AB-6A20-CE4F-A565-F4C20D365A13}" v="831" dt="2025-11-28T21:43:24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26"/>
    <p:restoredTop sz="94793"/>
  </p:normalViewPr>
  <p:slideViewPr>
    <p:cSldViewPr snapToGrid="0">
      <p:cViewPr>
        <p:scale>
          <a:sx n="139" d="100"/>
          <a:sy n="139" d="100"/>
        </p:scale>
        <p:origin x="1392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mi Ben Shushan" userId="7c78c233cbcc4ad7" providerId="LiveId" clId="{A6FFB4AB-6A20-CE4F-A565-F4C20D365A13}"/>
    <pc:docChg chg="undo redo custSel addSld delSld modSld sldOrd">
      <pc:chgData name="Shlomi Ben Shushan" userId="7c78c233cbcc4ad7" providerId="LiveId" clId="{A6FFB4AB-6A20-CE4F-A565-F4C20D365A13}" dt="2025-11-28T21:44:07.625" v="2872" actId="113"/>
      <pc:docMkLst>
        <pc:docMk/>
      </pc:docMkLst>
      <pc:sldChg chg="addSp delSp modSp mod setBg addAnim delAnim">
        <pc:chgData name="Shlomi Ben Shushan" userId="7c78c233cbcc4ad7" providerId="LiveId" clId="{A6FFB4AB-6A20-CE4F-A565-F4C20D365A13}" dt="2025-11-28T12:01:19.927" v="46" actId="1076"/>
        <pc:sldMkLst>
          <pc:docMk/>
          <pc:sldMk cId="1067226349" sldId="256"/>
        </pc:sldMkLst>
        <pc:spChg chg="mod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2" creationId="{F31495AF-29A0-C076-CC01-E0BD6E953BA1}"/>
          </ac:spMkLst>
        </pc:spChg>
        <pc:spChg chg="mod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3" creationId="{D8FBB279-AF1D-54EC-CB83-3F90F28DED23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3" creationId="{7BB74091-09FE-44AF-8325-7FE6E175F727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5" creationId="{0F30CCEB-94C4-4F72-BA5A-9CEA853022DA}"/>
          </ac:spMkLst>
        </pc:spChg>
        <pc:spChg chg="add del">
          <ac:chgData name="Shlomi Ben Shushan" userId="7c78c233cbcc4ad7" providerId="LiveId" clId="{A6FFB4AB-6A20-CE4F-A565-F4C20D365A13}" dt="2025-11-28T11:59:04.881" v="8" actId="26606"/>
          <ac:spMkLst>
            <pc:docMk/>
            <pc:sldMk cId="1067226349" sldId="256"/>
            <ac:spMk id="1037" creationId="{0DE1A94F-CC8B-4954-97A7-ADD4F300D647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39" creationId="{1F9A0C1C-8ABC-401B-8FE9-AC9327C4C587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40" creationId="{BA5783C3-2F96-40A7-A24F-30CB07AA3928}"/>
          </ac:spMkLst>
        </pc:spChg>
        <pc:spChg chg="add del">
          <ac:chgData name="Shlomi Ben Shushan" userId="7c78c233cbcc4ad7" providerId="LiveId" clId="{A6FFB4AB-6A20-CE4F-A565-F4C20D365A13}" dt="2025-11-28T11:59:08.769" v="10" actId="26606"/>
          <ac:spMkLst>
            <pc:docMk/>
            <pc:sldMk cId="1067226349" sldId="256"/>
            <ac:spMk id="1041" creationId="{A9D08DBA-0326-4C4E-ACFB-576F3ABDD2D0}"/>
          </ac:spMkLst>
        </pc:spChg>
        <pc:picChg chg="add mod">
          <ac:chgData name="Shlomi Ben Shushan" userId="7c78c233cbcc4ad7" providerId="LiveId" clId="{A6FFB4AB-6A20-CE4F-A565-F4C20D365A13}" dt="2025-11-28T11:58:55.360" v="2"/>
          <ac:picMkLst>
            <pc:docMk/>
            <pc:sldMk cId="1067226349" sldId="256"/>
            <ac:picMk id="4" creationId="{E29ECD90-55B5-41DA-B601-ED2C0546BCDE}"/>
          </ac:picMkLst>
        </pc:picChg>
        <pc:picChg chg="add del">
          <ac:chgData name="Shlomi Ben Shushan" userId="7c78c233cbcc4ad7" providerId="LiveId" clId="{A6FFB4AB-6A20-CE4F-A565-F4C20D365A13}" dt="2025-11-28T11:58:55.052" v="1" actId="478"/>
          <ac:picMkLst>
            <pc:docMk/>
            <pc:sldMk cId="1067226349" sldId="256"/>
            <ac:picMk id="1026" creationId="{EE855881-AB40-476D-D8DD-6F499AD049CA}"/>
          </ac:picMkLst>
        </pc:picChg>
        <pc:picChg chg="add mod">
          <ac:chgData name="Shlomi Ben Shushan" userId="7c78c233cbcc4ad7" providerId="LiveId" clId="{A6FFB4AB-6A20-CE4F-A565-F4C20D365A13}" dt="2025-11-28T12:01:19.927" v="46" actId="1076"/>
          <ac:picMkLst>
            <pc:docMk/>
            <pc:sldMk cId="1067226349" sldId="256"/>
            <ac:picMk id="1028" creationId="{4DAD5C20-EE08-FA81-5B77-7A2E6583510B}"/>
          </ac:picMkLst>
        </pc:picChg>
      </pc:sldChg>
      <pc:sldChg chg="modSp mod">
        <pc:chgData name="Shlomi Ben Shushan" userId="7c78c233cbcc4ad7" providerId="LiveId" clId="{A6FFB4AB-6A20-CE4F-A565-F4C20D365A13}" dt="2025-11-28T12:05:06.924" v="183" actId="14100"/>
        <pc:sldMkLst>
          <pc:docMk/>
          <pc:sldMk cId="3961959209" sldId="259"/>
        </pc:sldMkLst>
        <pc:spChg chg="mod">
          <ac:chgData name="Shlomi Ben Shushan" userId="7c78c233cbcc4ad7" providerId="LiveId" clId="{A6FFB4AB-6A20-CE4F-A565-F4C20D365A13}" dt="2025-11-28T12:05:06.924" v="183" actId="14100"/>
          <ac:spMkLst>
            <pc:docMk/>
            <pc:sldMk cId="3961959209" sldId="259"/>
            <ac:spMk id="3" creationId="{0B7BF769-2041-7AC8-449B-E9A7C3DE899C}"/>
          </ac:spMkLst>
        </pc:spChg>
      </pc:sldChg>
      <pc:sldChg chg="modSp mod">
        <pc:chgData name="Shlomi Ben Shushan" userId="7c78c233cbcc4ad7" providerId="LiveId" clId="{A6FFB4AB-6A20-CE4F-A565-F4C20D365A13}" dt="2025-11-28T13:28:45.844" v="1128" actId="20577"/>
        <pc:sldMkLst>
          <pc:docMk/>
          <pc:sldMk cId="2600494817" sldId="261"/>
        </pc:sldMkLst>
        <pc:spChg chg="mod">
          <ac:chgData name="Shlomi Ben Shushan" userId="7c78c233cbcc4ad7" providerId="LiveId" clId="{A6FFB4AB-6A20-CE4F-A565-F4C20D365A13}" dt="2025-11-28T13:28:45.844" v="1128" actId="20577"/>
          <ac:spMkLst>
            <pc:docMk/>
            <pc:sldMk cId="2600494817" sldId="261"/>
            <ac:spMk id="2" creationId="{639B0E91-3CF5-267F-CDBE-1F8FDD53BEC7}"/>
          </ac:spMkLst>
        </pc:spChg>
        <pc:spChg chg="mod">
          <ac:chgData name="Shlomi Ben Shushan" userId="7c78c233cbcc4ad7" providerId="LiveId" clId="{A6FFB4AB-6A20-CE4F-A565-F4C20D365A13}" dt="2025-11-28T12:07:21.169" v="207" actId="20577"/>
          <ac:spMkLst>
            <pc:docMk/>
            <pc:sldMk cId="2600494817" sldId="261"/>
            <ac:spMk id="3" creationId="{A0BD8891-4C0C-6645-7046-378843D1FE63}"/>
          </ac:spMkLst>
        </pc:spChg>
        <pc:spChg chg="mod">
          <ac:chgData name="Shlomi Ben Shushan" userId="7c78c233cbcc4ad7" providerId="LiveId" clId="{A6FFB4AB-6A20-CE4F-A565-F4C20D365A13}" dt="2025-11-28T12:09:07.540" v="230" actId="20577"/>
          <ac:spMkLst>
            <pc:docMk/>
            <pc:sldMk cId="2600494817" sldId="261"/>
            <ac:spMk id="5" creationId="{F2E89FB6-3AE1-C077-752B-CBE900A6394E}"/>
          </ac:spMkLst>
        </pc:spChg>
        <pc:picChg chg="mod modCrop">
          <ac:chgData name="Shlomi Ben Shushan" userId="7c78c233cbcc4ad7" providerId="LiveId" clId="{A6FFB4AB-6A20-CE4F-A565-F4C20D365A13}" dt="2025-11-28T12:07:44.140" v="213" actId="1076"/>
          <ac:picMkLst>
            <pc:docMk/>
            <pc:sldMk cId="2600494817" sldId="261"/>
            <ac:picMk id="4" creationId="{CC0136AF-8A97-BE11-A538-8FFD5564866A}"/>
          </ac:picMkLst>
        </pc:picChg>
      </pc:sldChg>
      <pc:sldChg chg="modSp mod">
        <pc:chgData name="Shlomi Ben Shushan" userId="7c78c233cbcc4ad7" providerId="LiveId" clId="{A6FFB4AB-6A20-CE4F-A565-F4C20D365A13}" dt="2025-11-28T13:28:53.927" v="1132" actId="20577"/>
        <pc:sldMkLst>
          <pc:docMk/>
          <pc:sldMk cId="2252906687" sldId="262"/>
        </pc:sldMkLst>
        <pc:spChg chg="mod">
          <ac:chgData name="Shlomi Ben Shushan" userId="7c78c233cbcc4ad7" providerId="LiveId" clId="{A6FFB4AB-6A20-CE4F-A565-F4C20D365A13}" dt="2025-11-28T13:28:53.927" v="1132" actId="20577"/>
          <ac:spMkLst>
            <pc:docMk/>
            <pc:sldMk cId="2252906687" sldId="262"/>
            <ac:spMk id="2" creationId="{83A932C3-CBA0-D85F-2A75-1F1034779529}"/>
          </ac:spMkLst>
        </pc:spChg>
        <pc:spChg chg="mod">
          <ac:chgData name="Shlomi Ben Shushan" userId="7c78c233cbcc4ad7" providerId="LiveId" clId="{A6FFB4AB-6A20-CE4F-A565-F4C20D365A13}" dt="2025-11-28T12:09:56.800" v="254" actId="14100"/>
          <ac:spMkLst>
            <pc:docMk/>
            <pc:sldMk cId="2252906687" sldId="262"/>
            <ac:spMk id="3" creationId="{348EEEA6-3AD5-6CDD-106B-8EE0515DEE03}"/>
          </ac:spMkLst>
        </pc:spChg>
        <pc:spChg chg="mod">
          <ac:chgData name="Shlomi Ben Shushan" userId="7c78c233cbcc4ad7" providerId="LiveId" clId="{A6FFB4AB-6A20-CE4F-A565-F4C20D365A13}" dt="2025-11-28T12:13:45.795" v="284" actId="255"/>
          <ac:spMkLst>
            <pc:docMk/>
            <pc:sldMk cId="2252906687" sldId="262"/>
            <ac:spMk id="5" creationId="{E5E84475-2046-FCFA-841E-0952C0B46063}"/>
          </ac:spMkLst>
        </pc:spChg>
        <pc:picChg chg="mod modCrop">
          <ac:chgData name="Shlomi Ben Shushan" userId="7c78c233cbcc4ad7" providerId="LiveId" clId="{A6FFB4AB-6A20-CE4F-A565-F4C20D365A13}" dt="2025-11-28T12:11:30.139" v="262"/>
          <ac:picMkLst>
            <pc:docMk/>
            <pc:sldMk cId="2252906687" sldId="262"/>
            <ac:picMk id="6" creationId="{48A9FD09-8489-01FB-9197-7F7ECAED26FB}"/>
          </ac:picMkLst>
        </pc:picChg>
        <pc:picChg chg="mod modCrop">
          <ac:chgData name="Shlomi Ben Shushan" userId="7c78c233cbcc4ad7" providerId="LiveId" clId="{A6FFB4AB-6A20-CE4F-A565-F4C20D365A13}" dt="2025-11-28T12:10:38.512" v="257" actId="732"/>
          <ac:picMkLst>
            <pc:docMk/>
            <pc:sldMk cId="2252906687" sldId="262"/>
            <ac:picMk id="7" creationId="{7380C948-BFDE-C401-84F0-1968A9E1BDA0}"/>
          </ac:picMkLst>
        </pc:picChg>
      </pc:sldChg>
      <pc:sldChg chg="modSp mod">
        <pc:chgData name="Shlomi Ben Shushan" userId="7c78c233cbcc4ad7" providerId="LiveId" clId="{A6FFB4AB-6A20-CE4F-A565-F4C20D365A13}" dt="2025-11-28T13:28:58.728" v="1136" actId="20577"/>
        <pc:sldMkLst>
          <pc:docMk/>
          <pc:sldMk cId="2448807410" sldId="263"/>
        </pc:sldMkLst>
        <pc:spChg chg="mod">
          <ac:chgData name="Shlomi Ben Shushan" userId="7c78c233cbcc4ad7" providerId="LiveId" clId="{A6FFB4AB-6A20-CE4F-A565-F4C20D365A13}" dt="2025-11-28T13:28:58.728" v="1136" actId="20577"/>
          <ac:spMkLst>
            <pc:docMk/>
            <pc:sldMk cId="2448807410" sldId="263"/>
            <ac:spMk id="2" creationId="{47F7E851-A46E-B688-6E60-5D21FD01553D}"/>
          </ac:spMkLst>
        </pc:spChg>
        <pc:spChg chg="mod">
          <ac:chgData name="Shlomi Ben Shushan" userId="7c78c233cbcc4ad7" providerId="LiveId" clId="{A6FFB4AB-6A20-CE4F-A565-F4C20D365A13}" dt="2025-11-28T12:12:22.523" v="267" actId="113"/>
          <ac:spMkLst>
            <pc:docMk/>
            <pc:sldMk cId="2448807410" sldId="263"/>
            <ac:spMk id="3" creationId="{AF9E73C3-6C38-AE10-0DD8-25D356843912}"/>
          </ac:spMkLst>
        </pc:spChg>
        <pc:spChg chg="mod">
          <ac:chgData name="Shlomi Ben Shushan" userId="7c78c233cbcc4ad7" providerId="LiveId" clId="{A6FFB4AB-6A20-CE4F-A565-F4C20D365A13}" dt="2025-11-28T12:13:38.870" v="283" actId="113"/>
          <ac:spMkLst>
            <pc:docMk/>
            <pc:sldMk cId="2448807410" sldId="263"/>
            <ac:spMk id="5" creationId="{B7BCD6D4-9869-26D2-38E1-26D9738A1634}"/>
          </ac:spMkLst>
        </pc:spChg>
        <pc:picChg chg="mod modCrop">
          <ac:chgData name="Shlomi Ben Shushan" userId="7c78c233cbcc4ad7" providerId="LiveId" clId="{A6FFB4AB-6A20-CE4F-A565-F4C20D365A13}" dt="2025-11-28T12:13:20.095" v="278" actId="1076"/>
          <ac:picMkLst>
            <pc:docMk/>
            <pc:sldMk cId="2448807410" sldId="263"/>
            <ac:picMk id="4" creationId="{3D615BDE-4870-6D75-F421-392C2B5CBC57}"/>
          </ac:picMkLst>
        </pc:picChg>
      </pc:sldChg>
      <pc:sldChg chg="addSp delSp modSp add mod">
        <pc:chgData name="Shlomi Ben Shushan" userId="7c78c233cbcc4ad7" providerId="LiveId" clId="{A6FFB4AB-6A20-CE4F-A565-F4C20D365A13}" dt="2025-11-28T13:29:03.228" v="1140" actId="20577"/>
        <pc:sldMkLst>
          <pc:docMk/>
          <pc:sldMk cId="1697302025" sldId="265"/>
        </pc:sldMkLst>
        <pc:spChg chg="mod">
          <ac:chgData name="Shlomi Ben Shushan" userId="7c78c233cbcc4ad7" providerId="LiveId" clId="{A6FFB4AB-6A20-CE4F-A565-F4C20D365A13}" dt="2025-11-28T13:29:03.228" v="1140" actId="20577"/>
          <ac:spMkLst>
            <pc:docMk/>
            <pc:sldMk cId="1697302025" sldId="265"/>
            <ac:spMk id="2" creationId="{8556C308-B8A4-0D1C-A446-5C2E66A47B46}"/>
          </ac:spMkLst>
        </pc:spChg>
        <pc:spChg chg="mod">
          <ac:chgData name="Shlomi Ben Shushan" userId="7c78c233cbcc4ad7" providerId="LiveId" clId="{A6FFB4AB-6A20-CE4F-A565-F4C20D365A13}" dt="2025-11-28T12:14:37.340" v="294" actId="20577"/>
          <ac:spMkLst>
            <pc:docMk/>
            <pc:sldMk cId="1697302025" sldId="265"/>
            <ac:spMk id="3" creationId="{C7EDE637-A89C-CD6D-777F-3D319C1C0135}"/>
          </ac:spMkLst>
        </pc:spChg>
        <pc:spChg chg="mod">
          <ac:chgData name="Shlomi Ben Shushan" userId="7c78c233cbcc4ad7" providerId="LiveId" clId="{A6FFB4AB-6A20-CE4F-A565-F4C20D365A13}" dt="2025-11-28T12:16:36.642" v="322" actId="20577"/>
          <ac:spMkLst>
            <pc:docMk/>
            <pc:sldMk cId="1697302025" sldId="265"/>
            <ac:spMk id="5" creationId="{8EBBEAC8-3288-6621-42B0-B133ED8C45A9}"/>
          </ac:spMkLst>
        </pc:spChg>
        <pc:picChg chg="del">
          <ac:chgData name="Shlomi Ben Shushan" userId="7c78c233cbcc4ad7" providerId="LiveId" clId="{A6FFB4AB-6A20-CE4F-A565-F4C20D365A13}" dt="2025-11-28T12:15:08.751" v="295" actId="478"/>
          <ac:picMkLst>
            <pc:docMk/>
            <pc:sldMk cId="1697302025" sldId="265"/>
            <ac:picMk id="4" creationId="{FC603C30-D3CA-D278-FB38-CF7D8139AD26}"/>
          </ac:picMkLst>
        </pc:picChg>
        <pc:picChg chg="add mod">
          <ac:chgData name="Shlomi Ben Shushan" userId="7c78c233cbcc4ad7" providerId="LiveId" clId="{A6FFB4AB-6A20-CE4F-A565-F4C20D365A13}" dt="2025-11-28T12:15:31.098" v="307" actId="1035"/>
          <ac:picMkLst>
            <pc:docMk/>
            <pc:sldMk cId="1697302025" sldId="265"/>
            <ac:picMk id="6" creationId="{CBFDC9D0-BB45-B0E0-5690-BD33DFD59316}"/>
          </ac:picMkLst>
        </pc:picChg>
        <pc:picChg chg="add mod">
          <ac:chgData name="Shlomi Ben Shushan" userId="7c78c233cbcc4ad7" providerId="LiveId" clId="{A6FFB4AB-6A20-CE4F-A565-F4C20D365A13}" dt="2025-11-28T12:15:31.098" v="307" actId="1035"/>
          <ac:picMkLst>
            <pc:docMk/>
            <pc:sldMk cId="1697302025" sldId="265"/>
            <ac:picMk id="7" creationId="{99EE90D9-754E-B970-BF74-0FECF92E735E}"/>
          </ac:picMkLst>
        </pc:picChg>
      </pc:sldChg>
      <pc:sldChg chg="addSp delSp modSp add mod ord">
        <pc:chgData name="Shlomi Ben Shushan" userId="7c78c233cbcc4ad7" providerId="LiveId" clId="{A6FFB4AB-6A20-CE4F-A565-F4C20D365A13}" dt="2025-11-28T13:29:07.056" v="1144" actId="20577"/>
        <pc:sldMkLst>
          <pc:docMk/>
          <pc:sldMk cId="3118659364" sldId="266"/>
        </pc:sldMkLst>
        <pc:spChg chg="mod">
          <ac:chgData name="Shlomi Ben Shushan" userId="7c78c233cbcc4ad7" providerId="LiveId" clId="{A6FFB4AB-6A20-CE4F-A565-F4C20D365A13}" dt="2025-11-28T13:29:07.056" v="1144" actId="20577"/>
          <ac:spMkLst>
            <pc:docMk/>
            <pc:sldMk cId="3118659364" sldId="266"/>
            <ac:spMk id="2" creationId="{16A35C53-D3CA-4A2F-5C4C-026B880EEA1D}"/>
          </ac:spMkLst>
        </pc:spChg>
        <pc:spChg chg="mod">
          <ac:chgData name="Shlomi Ben Shushan" userId="7c78c233cbcc4ad7" providerId="LiveId" clId="{A6FFB4AB-6A20-CE4F-A565-F4C20D365A13}" dt="2025-11-28T12:18:23.943" v="356" actId="20577"/>
          <ac:spMkLst>
            <pc:docMk/>
            <pc:sldMk cId="3118659364" sldId="266"/>
            <ac:spMk id="3" creationId="{6F71E94A-F6B4-FF1A-65C7-0C04FA36B2E7}"/>
          </ac:spMkLst>
        </pc:spChg>
        <pc:spChg chg="mod">
          <ac:chgData name="Shlomi Ben Shushan" userId="7c78c233cbcc4ad7" providerId="LiveId" clId="{A6FFB4AB-6A20-CE4F-A565-F4C20D365A13}" dt="2025-11-28T12:20:27.465" v="381" actId="14100"/>
          <ac:spMkLst>
            <pc:docMk/>
            <pc:sldMk cId="3118659364" sldId="266"/>
            <ac:spMk id="5" creationId="{3174CBAD-1086-871A-42AD-3B0ACFC8F833}"/>
          </ac:spMkLst>
        </pc:spChg>
        <pc:picChg chg="del">
          <ac:chgData name="Shlomi Ben Shushan" userId="7c78c233cbcc4ad7" providerId="LiveId" clId="{A6FFB4AB-6A20-CE4F-A565-F4C20D365A13}" dt="2025-11-28T12:19:02.222" v="357" actId="478"/>
          <ac:picMkLst>
            <pc:docMk/>
            <pc:sldMk cId="3118659364" sldId="266"/>
            <ac:picMk id="4" creationId="{850DF9A4-D755-140F-2AE2-C9ECBD6AF38D}"/>
          </ac:picMkLst>
        </pc:picChg>
        <pc:picChg chg="add mod">
          <ac:chgData name="Shlomi Ben Shushan" userId="7c78c233cbcc4ad7" providerId="LiveId" clId="{A6FFB4AB-6A20-CE4F-A565-F4C20D365A13}" dt="2025-11-28T12:19:32.963" v="368" actId="1076"/>
          <ac:picMkLst>
            <pc:docMk/>
            <pc:sldMk cId="3118659364" sldId="266"/>
            <ac:picMk id="6" creationId="{BFC27E72-23EF-4DBF-1567-61A3A354C963}"/>
          </ac:picMkLst>
        </pc:picChg>
        <pc:picChg chg="add mod">
          <ac:chgData name="Shlomi Ben Shushan" userId="7c78c233cbcc4ad7" providerId="LiveId" clId="{A6FFB4AB-6A20-CE4F-A565-F4C20D365A13}" dt="2025-11-28T12:19:32.963" v="368" actId="1076"/>
          <ac:picMkLst>
            <pc:docMk/>
            <pc:sldMk cId="3118659364" sldId="266"/>
            <ac:picMk id="7" creationId="{E7BBC0F4-A709-7058-AA0C-DB2DE118AF95}"/>
          </ac:picMkLst>
        </pc:picChg>
      </pc:sldChg>
      <pc:sldChg chg="addSp delSp modSp add mod">
        <pc:chgData name="Shlomi Ben Shushan" userId="7c78c233cbcc4ad7" providerId="LiveId" clId="{A6FFB4AB-6A20-CE4F-A565-F4C20D365A13}" dt="2025-11-28T13:29:10.672" v="1148" actId="20577"/>
        <pc:sldMkLst>
          <pc:docMk/>
          <pc:sldMk cId="93818669" sldId="267"/>
        </pc:sldMkLst>
        <pc:spChg chg="mod">
          <ac:chgData name="Shlomi Ben Shushan" userId="7c78c233cbcc4ad7" providerId="LiveId" clId="{A6FFB4AB-6A20-CE4F-A565-F4C20D365A13}" dt="2025-11-28T13:29:10.672" v="1148" actId="20577"/>
          <ac:spMkLst>
            <pc:docMk/>
            <pc:sldMk cId="93818669" sldId="267"/>
            <ac:spMk id="2" creationId="{6B2D2AB4-E728-EE38-58F5-111113600852}"/>
          </ac:spMkLst>
        </pc:spChg>
        <pc:spChg chg="mod">
          <ac:chgData name="Shlomi Ben Shushan" userId="7c78c233cbcc4ad7" providerId="LiveId" clId="{A6FFB4AB-6A20-CE4F-A565-F4C20D365A13}" dt="2025-11-28T12:46:39.857" v="587" actId="20577"/>
          <ac:spMkLst>
            <pc:docMk/>
            <pc:sldMk cId="93818669" sldId="267"/>
            <ac:spMk id="3" creationId="{9A8B6BB5-6E8A-B43E-6D45-43B3946064D3}"/>
          </ac:spMkLst>
        </pc:spChg>
        <pc:spChg chg="mod">
          <ac:chgData name="Shlomi Ben Shushan" userId="7c78c233cbcc4ad7" providerId="LiveId" clId="{A6FFB4AB-6A20-CE4F-A565-F4C20D365A13}" dt="2025-11-28T12:48:03.591" v="609" actId="14100"/>
          <ac:spMkLst>
            <pc:docMk/>
            <pc:sldMk cId="93818669" sldId="267"/>
            <ac:spMk id="5" creationId="{2FC952DA-A53F-B0DD-C26D-4E6022151BBE}"/>
          </ac:spMkLst>
        </pc:spChg>
        <pc:picChg chg="add mod modCrop">
          <ac:chgData name="Shlomi Ben Shushan" userId="7c78c233cbcc4ad7" providerId="LiveId" clId="{A6FFB4AB-6A20-CE4F-A565-F4C20D365A13}" dt="2025-11-28T12:48:07.753" v="611" actId="1076"/>
          <ac:picMkLst>
            <pc:docMk/>
            <pc:sldMk cId="93818669" sldId="267"/>
            <ac:picMk id="4" creationId="{E87A8F40-8AE3-91B2-D226-5176CF9E0C1D}"/>
          </ac:picMkLst>
        </pc:picChg>
        <pc:picChg chg="del">
          <ac:chgData name="Shlomi Ben Shushan" userId="7c78c233cbcc4ad7" providerId="LiveId" clId="{A6FFB4AB-6A20-CE4F-A565-F4C20D365A13}" dt="2025-11-28T12:47:01.960" v="589" actId="478"/>
          <ac:picMkLst>
            <pc:docMk/>
            <pc:sldMk cId="93818669" sldId="267"/>
            <ac:picMk id="6" creationId="{E340AF76-D475-0375-76E7-155E46D46104}"/>
          </ac:picMkLst>
        </pc:picChg>
        <pc:picChg chg="del">
          <ac:chgData name="Shlomi Ben Shushan" userId="7c78c233cbcc4ad7" providerId="LiveId" clId="{A6FFB4AB-6A20-CE4F-A565-F4C20D365A13}" dt="2025-11-28T12:47:01.708" v="588" actId="478"/>
          <ac:picMkLst>
            <pc:docMk/>
            <pc:sldMk cId="93818669" sldId="267"/>
            <ac:picMk id="7" creationId="{0A9CD897-C55C-BDDB-1A27-F6A3931FC4B0}"/>
          </ac:picMkLst>
        </pc:picChg>
      </pc:sldChg>
      <pc:sldChg chg="addSp delSp modSp add mod ord">
        <pc:chgData name="Shlomi Ben Shushan" userId="7c78c233cbcc4ad7" providerId="LiveId" clId="{A6FFB4AB-6A20-CE4F-A565-F4C20D365A13}" dt="2025-11-28T14:17:35.396" v="2341" actId="113"/>
        <pc:sldMkLst>
          <pc:docMk/>
          <pc:sldMk cId="804549778" sldId="268"/>
        </pc:sldMkLst>
        <pc:spChg chg="mod">
          <ac:chgData name="Shlomi Ben Shushan" userId="7c78c233cbcc4ad7" providerId="LiveId" clId="{A6FFB4AB-6A20-CE4F-A565-F4C20D365A13}" dt="2025-11-28T14:17:35.396" v="2341" actId="113"/>
          <ac:spMkLst>
            <pc:docMk/>
            <pc:sldMk cId="804549778" sldId="268"/>
            <ac:spMk id="2" creationId="{F533FC68-BE60-8767-3AE9-966323F1F6D1}"/>
          </ac:spMkLst>
        </pc:spChg>
        <pc:spChg chg="del mod">
          <ac:chgData name="Shlomi Ben Shushan" userId="7c78c233cbcc4ad7" providerId="LiveId" clId="{A6FFB4AB-6A20-CE4F-A565-F4C20D365A13}" dt="2025-11-28T12:21:34.431" v="399" actId="478"/>
          <ac:spMkLst>
            <pc:docMk/>
            <pc:sldMk cId="804549778" sldId="268"/>
            <ac:spMk id="3" creationId="{CE0971D1-8EDB-9890-40E8-26082555FA3A}"/>
          </ac:spMkLst>
        </pc:spChg>
        <pc:picChg chg="del">
          <ac:chgData name="Shlomi Ben Shushan" userId="7c78c233cbcc4ad7" providerId="LiveId" clId="{A6FFB4AB-6A20-CE4F-A565-F4C20D365A13}" dt="2025-11-28T12:29:04.084" v="405" actId="478"/>
          <ac:picMkLst>
            <pc:docMk/>
            <pc:sldMk cId="804549778" sldId="268"/>
            <ac:picMk id="1028" creationId="{30A85AE1-A68D-F319-4946-43B94C66FD5B}"/>
          </ac:picMkLst>
        </pc:picChg>
        <pc:picChg chg="add mod">
          <ac:chgData name="Shlomi Ben Shushan" userId="7c78c233cbcc4ad7" providerId="LiveId" clId="{A6FFB4AB-6A20-CE4F-A565-F4C20D365A13}" dt="2025-11-28T12:29:18.541" v="407"/>
          <ac:picMkLst>
            <pc:docMk/>
            <pc:sldMk cId="804549778" sldId="268"/>
            <ac:picMk id="2050" creationId="{A838B713-2AA1-4A52-ECDA-70079278E2F4}"/>
          </ac:picMkLst>
        </pc:picChg>
        <pc:picChg chg="add del mod">
          <ac:chgData name="Shlomi Ben Shushan" userId="7c78c233cbcc4ad7" providerId="LiveId" clId="{A6FFB4AB-6A20-CE4F-A565-F4C20D365A13}" dt="2025-11-28T12:39:22.336" v="476" actId="478"/>
          <ac:picMkLst>
            <pc:docMk/>
            <pc:sldMk cId="804549778" sldId="268"/>
            <ac:picMk id="2052" creationId="{52320E78-DB4F-F69B-3CFF-2FE8FE242863}"/>
          </ac:picMkLst>
        </pc:picChg>
        <pc:picChg chg="add mod">
          <ac:chgData name="Shlomi Ben Shushan" userId="7c78c233cbcc4ad7" providerId="LiveId" clId="{A6FFB4AB-6A20-CE4F-A565-F4C20D365A13}" dt="2025-11-28T12:39:46.292" v="490" actId="1038"/>
          <ac:picMkLst>
            <pc:docMk/>
            <pc:sldMk cId="804549778" sldId="268"/>
            <ac:picMk id="2054" creationId="{89AF1437-6ED1-2DA0-8676-3CCFF3412C72}"/>
          </ac:picMkLst>
        </pc:picChg>
      </pc:sldChg>
      <pc:sldChg chg="addSp delSp modSp add mod">
        <pc:chgData name="Shlomi Ben Shushan" userId="7c78c233cbcc4ad7" providerId="LiveId" clId="{A6FFB4AB-6A20-CE4F-A565-F4C20D365A13}" dt="2025-11-28T14:17:42.268" v="2342" actId="113"/>
        <pc:sldMkLst>
          <pc:docMk/>
          <pc:sldMk cId="2412208484" sldId="269"/>
        </pc:sldMkLst>
        <pc:spChg chg="mod">
          <ac:chgData name="Shlomi Ben Shushan" userId="7c78c233cbcc4ad7" providerId="LiveId" clId="{A6FFB4AB-6A20-CE4F-A565-F4C20D365A13}" dt="2025-11-28T14:17:42.268" v="2342" actId="113"/>
          <ac:spMkLst>
            <pc:docMk/>
            <pc:sldMk cId="2412208484" sldId="269"/>
            <ac:spMk id="2" creationId="{85EBB8C7-F0A8-35E9-4355-2AFDC787A76C}"/>
          </ac:spMkLst>
        </pc:spChg>
        <pc:spChg chg="add del">
          <ac:chgData name="Shlomi Ben Shushan" userId="7c78c233cbcc4ad7" providerId="LiveId" clId="{A6FFB4AB-6A20-CE4F-A565-F4C20D365A13}" dt="2025-11-28T12:34:18.209" v="446" actId="22"/>
          <ac:spMkLst>
            <pc:docMk/>
            <pc:sldMk cId="2412208484" sldId="269"/>
            <ac:spMk id="4" creationId="{B5FF90D6-57F0-42F4-257A-9E6071415BFA}"/>
          </ac:spMkLst>
        </pc:spChg>
        <pc:spChg chg="add del">
          <ac:chgData name="Shlomi Ben Shushan" userId="7c78c233cbcc4ad7" providerId="LiveId" clId="{A6FFB4AB-6A20-CE4F-A565-F4C20D365A13}" dt="2025-11-28T12:34:19.183" v="448" actId="22"/>
          <ac:spMkLst>
            <pc:docMk/>
            <pc:sldMk cId="2412208484" sldId="269"/>
            <ac:spMk id="6" creationId="{E2555A31-38B5-47E6-A9CB-5DBB526A1EC5}"/>
          </ac:spMkLst>
        </pc:spChg>
        <pc:spChg chg="add del">
          <ac:chgData name="Shlomi Ben Shushan" userId="7c78c233cbcc4ad7" providerId="LiveId" clId="{A6FFB4AB-6A20-CE4F-A565-F4C20D365A13}" dt="2025-11-28T12:38:24.135" v="465" actId="22"/>
          <ac:spMkLst>
            <pc:docMk/>
            <pc:sldMk cId="2412208484" sldId="269"/>
            <ac:spMk id="8" creationId="{322F4B19-8F94-C0BD-2099-76AEA609AFBD}"/>
          </ac:spMkLst>
        </pc:spChg>
        <pc:picChg chg="del">
          <ac:chgData name="Shlomi Ben Shushan" userId="7c78c233cbcc4ad7" providerId="LiveId" clId="{A6FFB4AB-6A20-CE4F-A565-F4C20D365A13}" dt="2025-11-28T12:30:33.931" v="444" actId="478"/>
          <ac:picMkLst>
            <pc:docMk/>
            <pc:sldMk cId="2412208484" sldId="269"/>
            <ac:picMk id="2052" creationId="{E4BEBA9E-BAA2-AA1E-68E5-265CDB67B808}"/>
          </ac:picMkLst>
        </pc:picChg>
        <pc:picChg chg="add del mod">
          <ac:chgData name="Shlomi Ben Shushan" userId="7c78c233cbcc4ad7" providerId="LiveId" clId="{A6FFB4AB-6A20-CE4F-A565-F4C20D365A13}" dt="2025-11-28T12:36:29.797" v="457" actId="478"/>
          <ac:picMkLst>
            <pc:docMk/>
            <pc:sldMk cId="2412208484" sldId="269"/>
            <ac:picMk id="3074" creationId="{05B4F323-CF61-3331-2171-D0D66486E80C}"/>
          </ac:picMkLst>
        </pc:picChg>
        <pc:picChg chg="add mod">
          <ac:chgData name="Shlomi Ben Shushan" userId="7c78c233cbcc4ad7" providerId="LiveId" clId="{A6FFB4AB-6A20-CE4F-A565-F4C20D365A13}" dt="2025-11-28T12:37:07.157" v="463" actId="1076"/>
          <ac:picMkLst>
            <pc:docMk/>
            <pc:sldMk cId="2412208484" sldId="269"/>
            <ac:picMk id="3076" creationId="{F067A38C-FD34-3F7B-7AA3-E285B2BCD4A8}"/>
          </ac:picMkLst>
        </pc:picChg>
        <pc:picChg chg="add mod">
          <ac:chgData name="Shlomi Ben Shushan" userId="7c78c233cbcc4ad7" providerId="LiveId" clId="{A6FFB4AB-6A20-CE4F-A565-F4C20D365A13}" dt="2025-11-28T12:38:51.197" v="475" actId="1076"/>
          <ac:picMkLst>
            <pc:docMk/>
            <pc:sldMk cId="2412208484" sldId="269"/>
            <ac:picMk id="3078" creationId="{D21B71E2-E60C-7867-4F7D-150ABA78BEE6}"/>
          </ac:picMkLst>
        </pc:picChg>
      </pc:sldChg>
      <pc:sldChg chg="addSp delSp modSp add mod">
        <pc:chgData name="Shlomi Ben Shushan" userId="7c78c233cbcc4ad7" providerId="LiveId" clId="{A6FFB4AB-6A20-CE4F-A565-F4C20D365A13}" dt="2025-11-28T14:17:26.922" v="2340" actId="113"/>
        <pc:sldMkLst>
          <pc:docMk/>
          <pc:sldMk cId="1179161266" sldId="270"/>
        </pc:sldMkLst>
        <pc:spChg chg="mod">
          <ac:chgData name="Shlomi Ben Shushan" userId="7c78c233cbcc4ad7" providerId="LiveId" clId="{A6FFB4AB-6A20-CE4F-A565-F4C20D365A13}" dt="2025-11-28T14:17:26.922" v="2340" actId="113"/>
          <ac:spMkLst>
            <pc:docMk/>
            <pc:sldMk cId="1179161266" sldId="270"/>
            <ac:spMk id="2" creationId="{27FDCDFE-7AE3-DB32-7B3D-189CD47EE874}"/>
          </ac:spMkLst>
        </pc:spChg>
        <pc:picChg chg="del">
          <ac:chgData name="Shlomi Ben Shushan" userId="7c78c233cbcc4ad7" providerId="LiveId" clId="{A6FFB4AB-6A20-CE4F-A565-F4C20D365A13}" dt="2025-11-28T12:41:24.904" v="498" actId="478"/>
          <ac:picMkLst>
            <pc:docMk/>
            <pc:sldMk cId="1179161266" sldId="270"/>
            <ac:picMk id="3078" creationId="{4E8429D9-E8E4-CD77-35CE-FF423AE7BF9E}"/>
          </ac:picMkLst>
        </pc:picChg>
        <pc:picChg chg="add mod">
          <ac:chgData name="Shlomi Ben Shushan" userId="7c78c233cbcc4ad7" providerId="LiveId" clId="{A6FFB4AB-6A20-CE4F-A565-F4C20D365A13}" dt="2025-11-28T12:41:23.375" v="497" actId="1076"/>
          <ac:picMkLst>
            <pc:docMk/>
            <pc:sldMk cId="1179161266" sldId="270"/>
            <ac:picMk id="4098" creationId="{D8B74DB0-C981-6691-8720-CF86C462A131}"/>
          </ac:picMkLst>
        </pc:picChg>
      </pc:sldChg>
      <pc:sldChg chg="addSp delSp modSp add mod">
        <pc:chgData name="Shlomi Ben Shushan" userId="7c78c233cbcc4ad7" providerId="LiveId" clId="{A6FFB4AB-6A20-CE4F-A565-F4C20D365A13}" dt="2025-11-28T14:18:03.744" v="2354" actId="113"/>
        <pc:sldMkLst>
          <pc:docMk/>
          <pc:sldMk cId="233039776" sldId="271"/>
        </pc:sldMkLst>
        <pc:spChg chg="mod">
          <ac:chgData name="Shlomi Ben Shushan" userId="7c78c233cbcc4ad7" providerId="LiveId" clId="{A6FFB4AB-6A20-CE4F-A565-F4C20D365A13}" dt="2025-11-28T14:18:03.744" v="2354" actId="113"/>
          <ac:spMkLst>
            <pc:docMk/>
            <pc:sldMk cId="233039776" sldId="271"/>
            <ac:spMk id="2" creationId="{13E818C7-C4C9-D6DF-CA24-B442B023086D}"/>
          </ac:spMkLst>
        </pc:spChg>
        <pc:picChg chg="del">
          <ac:chgData name="Shlomi Ben Shushan" userId="7c78c233cbcc4ad7" providerId="LiveId" clId="{A6FFB4AB-6A20-CE4F-A565-F4C20D365A13}" dt="2025-11-28T12:41:38.647" v="506" actId="478"/>
          <ac:picMkLst>
            <pc:docMk/>
            <pc:sldMk cId="233039776" sldId="271"/>
            <ac:picMk id="4098" creationId="{CDD19BB8-F37E-F630-5C71-E475DC7D2CAA}"/>
          </ac:picMkLst>
        </pc:picChg>
        <pc:picChg chg="add mod">
          <ac:chgData name="Shlomi Ben Shushan" userId="7c78c233cbcc4ad7" providerId="LiveId" clId="{A6FFB4AB-6A20-CE4F-A565-F4C20D365A13}" dt="2025-11-28T12:44:54.291" v="517" actId="1076"/>
          <ac:picMkLst>
            <pc:docMk/>
            <pc:sldMk cId="233039776" sldId="271"/>
            <ac:picMk id="5122" creationId="{063580BC-4CCE-7978-D6B1-06E28808195E}"/>
          </ac:picMkLst>
        </pc:picChg>
      </pc:sldChg>
      <pc:sldChg chg="addSp delSp modSp add mod">
        <pc:chgData name="Shlomi Ben Shushan" userId="7c78c233cbcc4ad7" providerId="LiveId" clId="{A6FFB4AB-6A20-CE4F-A565-F4C20D365A13}" dt="2025-11-28T13:29:16.778" v="1153" actId="14100"/>
        <pc:sldMkLst>
          <pc:docMk/>
          <pc:sldMk cId="744840342" sldId="272"/>
        </pc:sldMkLst>
        <pc:spChg chg="mod">
          <ac:chgData name="Shlomi Ben Shushan" userId="7c78c233cbcc4ad7" providerId="LiveId" clId="{A6FFB4AB-6A20-CE4F-A565-F4C20D365A13}" dt="2025-11-28T13:29:16.778" v="1153" actId="14100"/>
          <ac:spMkLst>
            <pc:docMk/>
            <pc:sldMk cId="744840342" sldId="272"/>
            <ac:spMk id="2" creationId="{2E1DE569-F8DF-A448-AE0C-0DC265DA5E51}"/>
          </ac:spMkLst>
        </pc:spChg>
        <pc:spChg chg="del mod">
          <ac:chgData name="Shlomi Ben Shushan" userId="7c78c233cbcc4ad7" providerId="LiveId" clId="{A6FFB4AB-6A20-CE4F-A565-F4C20D365A13}" dt="2025-11-28T12:55:41.655" v="694" actId="478"/>
          <ac:spMkLst>
            <pc:docMk/>
            <pc:sldMk cId="744840342" sldId="272"/>
            <ac:spMk id="3" creationId="{420865C9-7BDC-71BC-89C6-13529AF92A29}"/>
          </ac:spMkLst>
        </pc:spChg>
        <pc:spChg chg="add del mod">
          <ac:chgData name="Shlomi Ben Shushan" userId="7c78c233cbcc4ad7" providerId="LiveId" clId="{A6FFB4AB-6A20-CE4F-A565-F4C20D365A13}" dt="2025-11-28T12:54:41.675" v="691" actId="22"/>
          <ac:spMkLst>
            <pc:docMk/>
            <pc:sldMk cId="744840342" sldId="272"/>
            <ac:spMk id="5" creationId="{954C2C65-77F3-650C-03C4-07786D9281E6}"/>
          </ac:spMkLst>
        </pc:spChg>
        <pc:spChg chg="add del mod">
          <ac:chgData name="Shlomi Ben Shushan" userId="7c78c233cbcc4ad7" providerId="LiveId" clId="{A6FFB4AB-6A20-CE4F-A565-F4C20D365A13}" dt="2025-11-28T12:55:44.348" v="695" actId="478"/>
          <ac:spMkLst>
            <pc:docMk/>
            <pc:sldMk cId="744840342" sldId="272"/>
            <ac:spMk id="11" creationId="{58F3D435-80BF-0885-9CC3-2D334CF35B26}"/>
          </ac:spMkLst>
        </pc:spChg>
        <pc:spChg chg="add del mod">
          <ac:chgData name="Shlomi Ben Shushan" userId="7c78c233cbcc4ad7" providerId="LiveId" clId="{A6FFB4AB-6A20-CE4F-A565-F4C20D365A13}" dt="2025-11-28T12:59:21.632" v="783" actId="478"/>
          <ac:spMkLst>
            <pc:docMk/>
            <pc:sldMk cId="744840342" sldId="272"/>
            <ac:spMk id="13" creationId="{1E10211C-30A3-30E8-714A-07CF3BDF491A}"/>
          </ac:spMkLst>
        </pc:spChg>
        <pc:spChg chg="add del mod">
          <ac:chgData name="Shlomi Ben Shushan" userId="7c78c233cbcc4ad7" providerId="LiveId" clId="{A6FFB4AB-6A20-CE4F-A565-F4C20D365A13}" dt="2025-11-28T12:59:24.475" v="784" actId="478"/>
          <ac:spMkLst>
            <pc:docMk/>
            <pc:sldMk cId="744840342" sldId="272"/>
            <ac:spMk id="18" creationId="{B6D1F272-52BF-AE8F-7E76-B1F2FC56F7DF}"/>
          </ac:spMkLst>
        </pc:spChg>
        <pc:grpChg chg="add mod">
          <ac:chgData name="Shlomi Ben Shushan" userId="7c78c233cbcc4ad7" providerId="LiveId" clId="{A6FFB4AB-6A20-CE4F-A565-F4C20D365A13}" dt="2025-11-28T12:58:57.541" v="770" actId="164"/>
          <ac:grpSpMkLst>
            <pc:docMk/>
            <pc:sldMk cId="744840342" sldId="272"/>
            <ac:grpSpMk id="16" creationId="{1582E86A-637A-9837-6127-D42159C66DA8}"/>
          </ac:grpSpMkLst>
        </pc:grpChg>
        <pc:picChg chg="add del mod">
          <ac:chgData name="Shlomi Ben Shushan" userId="7c78c233cbcc4ad7" providerId="LiveId" clId="{A6FFB4AB-6A20-CE4F-A565-F4C20D365A13}" dt="2025-11-28T12:54:40.292" v="686"/>
          <ac:picMkLst>
            <pc:docMk/>
            <pc:sldMk cId="744840342" sldId="272"/>
            <ac:picMk id="6" creationId="{5CC42AF8-180D-7D64-67F2-1180306DBC78}"/>
          </ac:picMkLst>
        </pc:picChg>
        <pc:picChg chg="add mod modCrop">
          <ac:chgData name="Shlomi Ben Shushan" userId="7c78c233cbcc4ad7" providerId="LiveId" clId="{A6FFB4AB-6A20-CE4F-A565-F4C20D365A13}" dt="2025-11-28T12:54:16.115" v="670"/>
          <ac:picMkLst>
            <pc:docMk/>
            <pc:sldMk cId="744840342" sldId="272"/>
            <ac:picMk id="7" creationId="{D4ECDD26-D817-DC63-DCDA-023A783E0EB6}"/>
          </ac:picMkLst>
        </pc:picChg>
        <pc:picChg chg="add mod modCrop">
          <ac:chgData name="Shlomi Ben Shushan" userId="7c78c233cbcc4ad7" providerId="LiveId" clId="{A6FFB4AB-6A20-CE4F-A565-F4C20D365A13}" dt="2025-11-28T12:54:10.138" v="665"/>
          <ac:picMkLst>
            <pc:docMk/>
            <pc:sldMk cId="744840342" sldId="272"/>
            <ac:picMk id="8" creationId="{D0D15398-ACA0-266F-3628-191F556A25A2}"/>
          </ac:picMkLst>
        </pc:picChg>
        <pc:picChg chg="add mod">
          <ac:chgData name="Shlomi Ben Shushan" userId="7c78c233cbcc4ad7" providerId="LiveId" clId="{A6FFB4AB-6A20-CE4F-A565-F4C20D365A13}" dt="2025-11-28T12:54:39.413" v="680"/>
          <ac:picMkLst>
            <pc:docMk/>
            <pc:sldMk cId="744840342" sldId="272"/>
            <ac:picMk id="9" creationId="{1BF54F59-4F73-EBB0-2EDF-11E514D000F1}"/>
          </ac:picMkLst>
        </pc:picChg>
        <pc:picChg chg="add del mod modCrop">
          <ac:chgData name="Shlomi Ben Shushan" userId="7c78c233cbcc4ad7" providerId="LiveId" clId="{A6FFB4AB-6A20-CE4F-A565-F4C20D365A13}" dt="2025-11-28T12:59:06.130" v="779" actId="478"/>
          <ac:picMkLst>
            <pc:docMk/>
            <pc:sldMk cId="744840342" sldId="272"/>
            <ac:picMk id="12" creationId="{E4B5D9AD-D631-51BA-C625-70D0DE2E37D7}"/>
          </ac:picMkLst>
        </pc:picChg>
        <pc:picChg chg="add mod modCrop">
          <ac:chgData name="Shlomi Ben Shushan" userId="7c78c233cbcc4ad7" providerId="LiveId" clId="{A6FFB4AB-6A20-CE4F-A565-F4C20D365A13}" dt="2025-11-28T12:59:35.774" v="789" actId="1076"/>
          <ac:picMkLst>
            <pc:docMk/>
            <pc:sldMk cId="744840342" sldId="272"/>
            <ac:picMk id="14" creationId="{7C0A8BD1-A1EF-3495-1515-5C455ABAC22A}"/>
          </ac:picMkLst>
        </pc:picChg>
        <pc:picChg chg="add del mod modCrop">
          <ac:chgData name="Shlomi Ben Shushan" userId="7c78c233cbcc4ad7" providerId="LiveId" clId="{A6FFB4AB-6A20-CE4F-A565-F4C20D365A13}" dt="2025-11-28T12:59:05.293" v="778" actId="478"/>
          <ac:picMkLst>
            <pc:docMk/>
            <pc:sldMk cId="744840342" sldId="272"/>
            <ac:picMk id="15" creationId="{3086541E-5AB3-ECCF-236E-7C91F9379C00}"/>
          </ac:picMkLst>
        </pc:picChg>
      </pc:sldChg>
      <pc:sldChg chg="addSp delSp modSp add mod">
        <pc:chgData name="Shlomi Ben Shushan" userId="7c78c233cbcc4ad7" providerId="LiveId" clId="{A6FFB4AB-6A20-CE4F-A565-F4C20D365A13}" dt="2025-11-28T13:59:45.597" v="1939" actId="14100"/>
        <pc:sldMkLst>
          <pc:docMk/>
          <pc:sldMk cId="3102449062" sldId="273"/>
        </pc:sldMkLst>
        <pc:spChg chg="mod">
          <ac:chgData name="Shlomi Ben Shushan" userId="7c78c233cbcc4ad7" providerId="LiveId" clId="{A6FFB4AB-6A20-CE4F-A565-F4C20D365A13}" dt="2025-11-28T13:59:45.597" v="1939" actId="14100"/>
          <ac:spMkLst>
            <pc:docMk/>
            <pc:sldMk cId="3102449062" sldId="273"/>
            <ac:spMk id="2" creationId="{9C706101-AE96-E2CF-75D5-63081D2A0765}"/>
          </ac:spMkLst>
        </pc:spChg>
        <pc:spChg chg="add mod">
          <ac:chgData name="Shlomi Ben Shushan" userId="7c78c233cbcc4ad7" providerId="LiveId" clId="{A6FFB4AB-6A20-CE4F-A565-F4C20D365A13}" dt="2025-11-28T13:02:30.347" v="822" actId="20577"/>
          <ac:spMkLst>
            <pc:docMk/>
            <pc:sldMk cId="3102449062" sldId="273"/>
            <ac:spMk id="3" creationId="{5F56CA7C-F6CB-FD47-400E-5F5569748DD3}"/>
          </ac:spMkLst>
        </pc:spChg>
        <pc:spChg chg="del mod">
          <ac:chgData name="Shlomi Ben Shushan" userId="7c78c233cbcc4ad7" providerId="LiveId" clId="{A6FFB4AB-6A20-CE4F-A565-F4C20D365A13}" dt="2025-11-28T12:59:51.955" v="793" actId="478"/>
          <ac:spMkLst>
            <pc:docMk/>
            <pc:sldMk cId="3102449062" sldId="273"/>
            <ac:spMk id="13" creationId="{6A412764-7D6E-502A-3F24-AC24B0454FA7}"/>
          </ac:spMkLst>
        </pc:spChg>
        <pc:picChg chg="del">
          <ac:chgData name="Shlomi Ben Shushan" userId="7c78c233cbcc4ad7" providerId="LiveId" clId="{A6FFB4AB-6A20-CE4F-A565-F4C20D365A13}" dt="2025-11-28T12:59:38.757" v="790" actId="478"/>
          <ac:picMkLst>
            <pc:docMk/>
            <pc:sldMk cId="3102449062" sldId="273"/>
            <ac:picMk id="14" creationId="{2F16997A-9E42-E5CE-F268-CF509E47D41D}"/>
          </ac:picMkLst>
        </pc:picChg>
      </pc:sldChg>
      <pc:sldChg chg="addSp modSp add mod">
        <pc:chgData name="Shlomi Ben Shushan" userId="7c78c233cbcc4ad7" providerId="LiveId" clId="{A6FFB4AB-6A20-CE4F-A565-F4C20D365A13}" dt="2025-11-28T13:29:28.504" v="1160" actId="20577"/>
        <pc:sldMkLst>
          <pc:docMk/>
          <pc:sldMk cId="2706834222" sldId="274"/>
        </pc:sldMkLst>
        <pc:spChg chg="mod">
          <ac:chgData name="Shlomi Ben Shushan" userId="7c78c233cbcc4ad7" providerId="LiveId" clId="{A6FFB4AB-6A20-CE4F-A565-F4C20D365A13}" dt="2025-11-28T13:29:28.504" v="1160" actId="20577"/>
          <ac:spMkLst>
            <pc:docMk/>
            <pc:sldMk cId="2706834222" sldId="274"/>
            <ac:spMk id="2" creationId="{B09DDBF4-31C0-E3F9-1A0E-7EE41FB5AD20}"/>
          </ac:spMkLst>
        </pc:spChg>
        <pc:spChg chg="mod">
          <ac:chgData name="Shlomi Ben Shushan" userId="7c78c233cbcc4ad7" providerId="LiveId" clId="{A6FFB4AB-6A20-CE4F-A565-F4C20D365A13}" dt="2025-11-28T13:10:03.799" v="922" actId="14100"/>
          <ac:spMkLst>
            <pc:docMk/>
            <pc:sldMk cId="2706834222" sldId="274"/>
            <ac:spMk id="3" creationId="{B83574A6-1B93-A06B-2A46-082836AAA011}"/>
          </ac:spMkLst>
        </pc:spChg>
        <pc:spChg chg="add mod">
          <ac:chgData name="Shlomi Ben Shushan" userId="7c78c233cbcc4ad7" providerId="LiveId" clId="{A6FFB4AB-6A20-CE4F-A565-F4C20D365A13}" dt="2025-11-28T13:10:25.800" v="928" actId="14100"/>
          <ac:spMkLst>
            <pc:docMk/>
            <pc:sldMk cId="2706834222" sldId="274"/>
            <ac:spMk id="8" creationId="{15A6607A-AB0A-FD75-44DE-AFFF24D3CDB4}"/>
          </ac:spMkLst>
        </pc:spChg>
        <pc:grpChg chg="add mod">
          <ac:chgData name="Shlomi Ben Shushan" userId="7c78c233cbcc4ad7" providerId="LiveId" clId="{A6FFB4AB-6A20-CE4F-A565-F4C20D365A13}" dt="2025-11-28T13:08:19.496" v="894" actId="1076"/>
          <ac:grpSpMkLst>
            <pc:docMk/>
            <pc:sldMk cId="2706834222" sldId="274"/>
            <ac:grpSpMk id="6" creationId="{E75E273E-D86D-F784-2264-D58FD558CE29}"/>
          </ac:grpSpMkLst>
        </pc:grpChg>
        <pc:picChg chg="add mod modCrop">
          <ac:chgData name="Shlomi Ben Shushan" userId="7c78c233cbcc4ad7" providerId="LiveId" clId="{A6FFB4AB-6A20-CE4F-A565-F4C20D365A13}" dt="2025-11-28T13:08:08.750" v="888" actId="164"/>
          <ac:picMkLst>
            <pc:docMk/>
            <pc:sldMk cId="2706834222" sldId="274"/>
            <ac:picMk id="4" creationId="{028D1303-14E9-C042-6A6D-ADFEB61DB0DC}"/>
          </ac:picMkLst>
        </pc:picChg>
        <pc:picChg chg="add mod modCrop">
          <ac:chgData name="Shlomi Ben Shushan" userId="7c78c233cbcc4ad7" providerId="LiveId" clId="{A6FFB4AB-6A20-CE4F-A565-F4C20D365A13}" dt="2025-11-28T13:08:08.750" v="888" actId="164"/>
          <ac:picMkLst>
            <pc:docMk/>
            <pc:sldMk cId="2706834222" sldId="274"/>
            <ac:picMk id="5" creationId="{B05595B8-0AB9-F9E0-AEE0-57528290627D}"/>
          </ac:picMkLst>
        </pc:picChg>
      </pc:sldChg>
      <pc:sldChg chg="modSp add mod">
        <pc:chgData name="Shlomi Ben Shushan" userId="7c78c233cbcc4ad7" providerId="LiveId" clId="{A6FFB4AB-6A20-CE4F-A565-F4C20D365A13}" dt="2025-11-28T13:29:36.135" v="1164" actId="20577"/>
        <pc:sldMkLst>
          <pc:docMk/>
          <pc:sldMk cId="486885655" sldId="275"/>
        </pc:sldMkLst>
        <pc:spChg chg="mod">
          <ac:chgData name="Shlomi Ben Shushan" userId="7c78c233cbcc4ad7" providerId="LiveId" clId="{A6FFB4AB-6A20-CE4F-A565-F4C20D365A13}" dt="2025-11-28T13:29:36.135" v="1164" actId="20577"/>
          <ac:spMkLst>
            <pc:docMk/>
            <pc:sldMk cId="486885655" sldId="275"/>
            <ac:spMk id="2" creationId="{DCFA8725-965E-4634-7475-87AE9C91092F}"/>
          </ac:spMkLst>
        </pc:spChg>
        <pc:spChg chg="mod">
          <ac:chgData name="Shlomi Ben Shushan" userId="7c78c233cbcc4ad7" providerId="LiveId" clId="{A6FFB4AB-6A20-CE4F-A565-F4C20D365A13}" dt="2025-11-28T13:16:20.631" v="978" actId="113"/>
          <ac:spMkLst>
            <pc:docMk/>
            <pc:sldMk cId="486885655" sldId="275"/>
            <ac:spMk id="3" creationId="{3ABA33AA-7776-C5C5-7990-707BA8FFF124}"/>
          </ac:spMkLst>
        </pc:spChg>
      </pc:sldChg>
      <pc:sldChg chg="addSp modSp add mod">
        <pc:chgData name="Shlomi Ben Shushan" userId="7c78c233cbcc4ad7" providerId="LiveId" clId="{A6FFB4AB-6A20-CE4F-A565-F4C20D365A13}" dt="2025-11-28T13:29:51.016" v="1172" actId="20577"/>
        <pc:sldMkLst>
          <pc:docMk/>
          <pc:sldMk cId="3056977848" sldId="276"/>
        </pc:sldMkLst>
        <pc:spChg chg="mod">
          <ac:chgData name="Shlomi Ben Shushan" userId="7c78c233cbcc4ad7" providerId="LiveId" clId="{A6FFB4AB-6A20-CE4F-A565-F4C20D365A13}" dt="2025-11-28T13:29:51.016" v="1172" actId="20577"/>
          <ac:spMkLst>
            <pc:docMk/>
            <pc:sldMk cId="3056977848" sldId="276"/>
            <ac:spMk id="2" creationId="{45CE218B-024E-96D6-AB28-D2D2722BA3C4}"/>
          </ac:spMkLst>
        </pc:spChg>
        <pc:spChg chg="mod">
          <ac:chgData name="Shlomi Ben Shushan" userId="7c78c233cbcc4ad7" providerId="LiveId" clId="{A6FFB4AB-6A20-CE4F-A565-F4C20D365A13}" dt="2025-11-28T13:17:21.902" v="995" actId="20577"/>
          <ac:spMkLst>
            <pc:docMk/>
            <pc:sldMk cId="3056977848" sldId="276"/>
            <ac:spMk id="3" creationId="{3320813B-E6B6-8D17-903E-56276676D859}"/>
          </ac:spMkLst>
        </pc:spChg>
        <pc:spChg chg="add mod">
          <ac:chgData name="Shlomi Ben Shushan" userId="7c78c233cbcc4ad7" providerId="LiveId" clId="{A6FFB4AB-6A20-CE4F-A565-F4C20D365A13}" dt="2025-11-28T13:19:18.110" v="1016" actId="20577"/>
          <ac:spMkLst>
            <pc:docMk/>
            <pc:sldMk cId="3056977848" sldId="276"/>
            <ac:spMk id="6" creationId="{900474AA-A268-DCA2-417C-D5600A73439E}"/>
          </ac:spMkLst>
        </pc:spChg>
        <pc:picChg chg="add mod">
          <ac:chgData name="Shlomi Ben Shushan" userId="7c78c233cbcc4ad7" providerId="LiveId" clId="{A6FFB4AB-6A20-CE4F-A565-F4C20D365A13}" dt="2025-11-28T13:18:09.562" v="1002" actId="1076"/>
          <ac:picMkLst>
            <pc:docMk/>
            <pc:sldMk cId="3056977848" sldId="276"/>
            <ac:picMk id="4" creationId="{B84C8E4A-0BE0-9EDA-A839-F679CCA488C8}"/>
          </ac:picMkLst>
        </pc:picChg>
        <pc:picChg chg="add mod">
          <ac:chgData name="Shlomi Ben Shushan" userId="7c78c233cbcc4ad7" providerId="LiveId" clId="{A6FFB4AB-6A20-CE4F-A565-F4C20D365A13}" dt="2025-11-28T13:18:09.562" v="1002" actId="1076"/>
          <ac:picMkLst>
            <pc:docMk/>
            <pc:sldMk cId="3056977848" sldId="276"/>
            <ac:picMk id="5" creationId="{693E4F68-4DBD-499B-BB23-0D7479AB4F4B}"/>
          </ac:picMkLst>
        </pc:picChg>
      </pc:sldChg>
      <pc:sldChg chg="addSp delSp modSp add mod">
        <pc:chgData name="Shlomi Ben Shushan" userId="7c78c233cbcc4ad7" providerId="LiveId" clId="{A6FFB4AB-6A20-CE4F-A565-F4C20D365A13}" dt="2025-11-28T13:29:54.187" v="1173" actId="20577"/>
        <pc:sldMkLst>
          <pc:docMk/>
          <pc:sldMk cId="3111432998" sldId="277"/>
        </pc:sldMkLst>
        <pc:spChg chg="mod">
          <ac:chgData name="Shlomi Ben Shushan" userId="7c78c233cbcc4ad7" providerId="LiveId" clId="{A6FFB4AB-6A20-CE4F-A565-F4C20D365A13}" dt="2025-11-28T13:29:54.187" v="1173" actId="20577"/>
          <ac:spMkLst>
            <pc:docMk/>
            <pc:sldMk cId="3111432998" sldId="277"/>
            <ac:spMk id="2" creationId="{16DD6369-1224-586C-92B3-1350BFFABD6F}"/>
          </ac:spMkLst>
        </pc:spChg>
        <pc:spChg chg="mod">
          <ac:chgData name="Shlomi Ben Shushan" userId="7c78c233cbcc4ad7" providerId="LiveId" clId="{A6FFB4AB-6A20-CE4F-A565-F4C20D365A13}" dt="2025-11-28T13:21:09.648" v="1037" actId="20577"/>
          <ac:spMkLst>
            <pc:docMk/>
            <pc:sldMk cId="3111432998" sldId="277"/>
            <ac:spMk id="3" creationId="{29B0B8D3-6CCB-4952-0A8E-0D11DA4F44E4}"/>
          </ac:spMkLst>
        </pc:spChg>
        <pc:spChg chg="mod">
          <ac:chgData name="Shlomi Ben Shushan" userId="7c78c233cbcc4ad7" providerId="LiveId" clId="{A6FFB4AB-6A20-CE4F-A565-F4C20D365A13}" dt="2025-11-28T13:22:31.237" v="1051" actId="20577"/>
          <ac:spMkLst>
            <pc:docMk/>
            <pc:sldMk cId="3111432998" sldId="277"/>
            <ac:spMk id="6" creationId="{FED4ABA8-E16E-FEC3-947C-EDC41AEB6DE3}"/>
          </ac:spMkLst>
        </pc:spChg>
        <pc:picChg chg="del">
          <ac:chgData name="Shlomi Ben Shushan" userId="7c78c233cbcc4ad7" providerId="LiveId" clId="{A6FFB4AB-6A20-CE4F-A565-F4C20D365A13}" dt="2025-11-28T13:21:12.183" v="1038" actId="478"/>
          <ac:picMkLst>
            <pc:docMk/>
            <pc:sldMk cId="3111432998" sldId="277"/>
            <ac:picMk id="4" creationId="{56861FEF-F15F-34A0-BAC4-A1F7BB99F14C}"/>
          </ac:picMkLst>
        </pc:picChg>
        <pc:picChg chg="del">
          <ac:chgData name="Shlomi Ben Shushan" userId="7c78c233cbcc4ad7" providerId="LiveId" clId="{A6FFB4AB-6A20-CE4F-A565-F4C20D365A13}" dt="2025-11-28T13:21:12.183" v="1038" actId="478"/>
          <ac:picMkLst>
            <pc:docMk/>
            <pc:sldMk cId="3111432998" sldId="277"/>
            <ac:picMk id="5" creationId="{1D4BD4DA-24F6-E6F5-E431-C101B5C4537E}"/>
          </ac:picMkLst>
        </pc:picChg>
        <pc:picChg chg="add mod">
          <ac:chgData name="Shlomi Ben Shushan" userId="7c78c233cbcc4ad7" providerId="LiveId" clId="{A6FFB4AB-6A20-CE4F-A565-F4C20D365A13}" dt="2025-11-28T13:21:38.453" v="1040" actId="1076"/>
          <ac:picMkLst>
            <pc:docMk/>
            <pc:sldMk cId="3111432998" sldId="277"/>
            <ac:picMk id="7" creationId="{31895B11-01CE-C6B0-1D16-AA422A5AD2A1}"/>
          </ac:picMkLst>
        </pc:picChg>
      </pc:sldChg>
      <pc:sldChg chg="addSp delSp modSp add mod">
        <pc:chgData name="Shlomi Ben Shushan" userId="7c78c233cbcc4ad7" providerId="LiveId" clId="{A6FFB4AB-6A20-CE4F-A565-F4C20D365A13}" dt="2025-11-28T13:29:58.205" v="1177" actId="20577"/>
        <pc:sldMkLst>
          <pc:docMk/>
          <pc:sldMk cId="1713120900" sldId="278"/>
        </pc:sldMkLst>
        <pc:spChg chg="mod">
          <ac:chgData name="Shlomi Ben Shushan" userId="7c78c233cbcc4ad7" providerId="LiveId" clId="{A6FFB4AB-6A20-CE4F-A565-F4C20D365A13}" dt="2025-11-28T13:29:58.205" v="1177" actId="20577"/>
          <ac:spMkLst>
            <pc:docMk/>
            <pc:sldMk cId="1713120900" sldId="278"/>
            <ac:spMk id="2" creationId="{287EA9AB-C34C-F072-ED63-A4AD073A7F54}"/>
          </ac:spMkLst>
        </pc:spChg>
        <pc:spChg chg="mod">
          <ac:chgData name="Shlomi Ben Shushan" userId="7c78c233cbcc4ad7" providerId="LiveId" clId="{A6FFB4AB-6A20-CE4F-A565-F4C20D365A13}" dt="2025-11-28T13:24:27.319" v="1094" actId="20577"/>
          <ac:spMkLst>
            <pc:docMk/>
            <pc:sldMk cId="1713120900" sldId="278"/>
            <ac:spMk id="3" creationId="{D0BE9299-2467-0DA7-CED5-9D4917C24471}"/>
          </ac:spMkLst>
        </pc:spChg>
        <pc:spChg chg="mod">
          <ac:chgData name="Shlomi Ben Shushan" userId="7c78c233cbcc4ad7" providerId="LiveId" clId="{A6FFB4AB-6A20-CE4F-A565-F4C20D365A13}" dt="2025-11-28T13:24:59.579" v="1098" actId="20577"/>
          <ac:spMkLst>
            <pc:docMk/>
            <pc:sldMk cId="1713120900" sldId="278"/>
            <ac:spMk id="6" creationId="{7AEE2BF7-018F-8862-F76A-DE4C51AA5B5E}"/>
          </ac:spMkLst>
        </pc:spChg>
        <pc:picChg chg="del">
          <ac:chgData name="Shlomi Ben Shushan" userId="7c78c233cbcc4ad7" providerId="LiveId" clId="{A6FFB4AB-6A20-CE4F-A565-F4C20D365A13}" dt="2025-11-28T13:23:29.453" v="1062" actId="478"/>
          <ac:picMkLst>
            <pc:docMk/>
            <pc:sldMk cId="1713120900" sldId="278"/>
            <ac:picMk id="4" creationId="{49924D92-22B9-DD08-6299-BF3539A7CE74}"/>
          </ac:picMkLst>
        </pc:picChg>
        <pc:picChg chg="del">
          <ac:chgData name="Shlomi Ben Shushan" userId="7c78c233cbcc4ad7" providerId="LiveId" clId="{A6FFB4AB-6A20-CE4F-A565-F4C20D365A13}" dt="2025-11-28T13:23:29.453" v="1062" actId="478"/>
          <ac:picMkLst>
            <pc:docMk/>
            <pc:sldMk cId="1713120900" sldId="278"/>
            <ac:picMk id="5" creationId="{AB2F2579-4C4D-6E7F-9B75-D70BEA826AAF}"/>
          </ac:picMkLst>
        </pc:picChg>
        <pc:picChg chg="add mod">
          <ac:chgData name="Shlomi Ben Shushan" userId="7c78c233cbcc4ad7" providerId="LiveId" clId="{A6FFB4AB-6A20-CE4F-A565-F4C20D365A13}" dt="2025-11-28T13:23:35.485" v="1064" actId="1076"/>
          <ac:picMkLst>
            <pc:docMk/>
            <pc:sldMk cId="1713120900" sldId="278"/>
            <ac:picMk id="7" creationId="{60A5D502-EF3B-7459-FADD-36F6DBFDACCB}"/>
          </ac:picMkLst>
        </pc:picChg>
      </pc:sldChg>
      <pc:sldChg chg="addSp delSp modSp add mod">
        <pc:chgData name="Shlomi Ben Shushan" userId="7c78c233cbcc4ad7" providerId="LiveId" clId="{A6FFB4AB-6A20-CE4F-A565-F4C20D365A13}" dt="2025-11-28T13:30:02.087" v="1181" actId="20577"/>
        <pc:sldMkLst>
          <pc:docMk/>
          <pc:sldMk cId="4271413360" sldId="279"/>
        </pc:sldMkLst>
        <pc:spChg chg="mod">
          <ac:chgData name="Shlomi Ben Shushan" userId="7c78c233cbcc4ad7" providerId="LiveId" clId="{A6FFB4AB-6A20-CE4F-A565-F4C20D365A13}" dt="2025-11-28T13:30:02.087" v="1181" actId="20577"/>
          <ac:spMkLst>
            <pc:docMk/>
            <pc:sldMk cId="4271413360" sldId="279"/>
            <ac:spMk id="2" creationId="{5DB193EE-EAD6-4848-36EA-4CFF40383233}"/>
          </ac:spMkLst>
        </pc:spChg>
        <pc:spChg chg="mod">
          <ac:chgData name="Shlomi Ben Shushan" userId="7c78c233cbcc4ad7" providerId="LiveId" clId="{A6FFB4AB-6A20-CE4F-A565-F4C20D365A13}" dt="2025-11-28T13:26:30.673" v="1116" actId="20577"/>
          <ac:spMkLst>
            <pc:docMk/>
            <pc:sldMk cId="4271413360" sldId="279"/>
            <ac:spMk id="3" creationId="{40298481-A0E0-C23F-8ACC-700FB14D8DC1}"/>
          </ac:spMkLst>
        </pc:spChg>
        <pc:spChg chg="mod">
          <ac:chgData name="Shlomi Ben Shushan" userId="7c78c233cbcc4ad7" providerId="LiveId" clId="{A6FFB4AB-6A20-CE4F-A565-F4C20D365A13}" dt="2025-11-28T13:27:29.252" v="1125" actId="113"/>
          <ac:spMkLst>
            <pc:docMk/>
            <pc:sldMk cId="4271413360" sldId="279"/>
            <ac:spMk id="6" creationId="{F3C57722-1D1B-4386-D6B1-2274B1E80696}"/>
          </ac:spMkLst>
        </pc:spChg>
        <pc:picChg chg="add mod">
          <ac:chgData name="Shlomi Ben Shushan" userId="7c78c233cbcc4ad7" providerId="LiveId" clId="{A6FFB4AB-6A20-CE4F-A565-F4C20D365A13}" dt="2025-11-28T13:26:03.832" v="1104" actId="1076"/>
          <ac:picMkLst>
            <pc:docMk/>
            <pc:sldMk cId="4271413360" sldId="279"/>
            <ac:picMk id="4" creationId="{42A708A4-CCB2-5A0F-4C0C-2545E9D37FBC}"/>
          </ac:picMkLst>
        </pc:picChg>
        <pc:picChg chg="del">
          <ac:chgData name="Shlomi Ben Shushan" userId="7c78c233cbcc4ad7" providerId="LiveId" clId="{A6FFB4AB-6A20-CE4F-A565-F4C20D365A13}" dt="2025-11-28T13:25:59.532" v="1102" actId="478"/>
          <ac:picMkLst>
            <pc:docMk/>
            <pc:sldMk cId="4271413360" sldId="279"/>
            <ac:picMk id="7" creationId="{E489F311-BA95-4321-63A4-7BA37CF26F0F}"/>
          </ac:picMkLst>
        </pc:picChg>
      </pc:sldChg>
      <pc:sldChg chg="modSp add mod">
        <pc:chgData name="Shlomi Ben Shushan" userId="7c78c233cbcc4ad7" providerId="LiveId" clId="{A6FFB4AB-6A20-CE4F-A565-F4C20D365A13}" dt="2025-11-28T14:00:03.454" v="1940" actId="255"/>
        <pc:sldMkLst>
          <pc:docMk/>
          <pc:sldMk cId="3071768110" sldId="280"/>
        </pc:sldMkLst>
        <pc:spChg chg="mod">
          <ac:chgData name="Shlomi Ben Shushan" userId="7c78c233cbcc4ad7" providerId="LiveId" clId="{A6FFB4AB-6A20-CE4F-A565-F4C20D365A13}" dt="2025-11-28T13:31:07.758" v="1186"/>
          <ac:spMkLst>
            <pc:docMk/>
            <pc:sldMk cId="3071768110" sldId="280"/>
            <ac:spMk id="2" creationId="{47E41802-DAEF-6104-FB8F-889EDA1E3629}"/>
          </ac:spMkLst>
        </pc:spChg>
        <pc:spChg chg="mod">
          <ac:chgData name="Shlomi Ben Shushan" userId="7c78c233cbcc4ad7" providerId="LiveId" clId="{A6FFB4AB-6A20-CE4F-A565-F4C20D365A13}" dt="2025-11-28T14:00:03.454" v="1940" actId="255"/>
          <ac:spMkLst>
            <pc:docMk/>
            <pc:sldMk cId="3071768110" sldId="280"/>
            <ac:spMk id="3" creationId="{279D2742-3BE8-4697-2149-8366A9F87555}"/>
          </ac:spMkLst>
        </pc:spChg>
      </pc:sldChg>
      <pc:sldChg chg="modSp add mod">
        <pc:chgData name="Shlomi Ben Shushan" userId="7c78c233cbcc4ad7" providerId="LiveId" clId="{A6FFB4AB-6A20-CE4F-A565-F4C20D365A13}" dt="2025-11-28T14:04:21.057" v="2062" actId="20577"/>
        <pc:sldMkLst>
          <pc:docMk/>
          <pc:sldMk cId="529184026" sldId="281"/>
        </pc:sldMkLst>
        <pc:spChg chg="mod">
          <ac:chgData name="Shlomi Ben Shushan" userId="7c78c233cbcc4ad7" providerId="LiveId" clId="{A6FFB4AB-6A20-CE4F-A565-F4C20D365A13}" dt="2025-11-28T14:00:15.990" v="1946" actId="255"/>
          <ac:spMkLst>
            <pc:docMk/>
            <pc:sldMk cId="529184026" sldId="281"/>
            <ac:spMk id="2" creationId="{A68281C5-9F37-9D7E-97A3-F65C3D0CF2C7}"/>
          </ac:spMkLst>
        </pc:spChg>
        <pc:spChg chg="mod">
          <ac:chgData name="Shlomi Ben Shushan" userId="7c78c233cbcc4ad7" providerId="LiveId" clId="{A6FFB4AB-6A20-CE4F-A565-F4C20D365A13}" dt="2025-11-28T14:04:21.057" v="2062" actId="20577"/>
          <ac:spMkLst>
            <pc:docMk/>
            <pc:sldMk cId="529184026" sldId="281"/>
            <ac:spMk id="3" creationId="{BA12A497-6CF9-1104-28FB-33A8F485C2DD}"/>
          </ac:spMkLst>
        </pc:spChg>
      </pc:sldChg>
      <pc:sldChg chg="modSp add mod">
        <pc:chgData name="Shlomi Ben Shushan" userId="7c78c233cbcc4ad7" providerId="LiveId" clId="{A6FFB4AB-6A20-CE4F-A565-F4C20D365A13}" dt="2025-11-28T14:13:47.904" v="2240" actId="404"/>
        <pc:sldMkLst>
          <pc:docMk/>
          <pc:sldMk cId="4068634338" sldId="282"/>
        </pc:sldMkLst>
        <pc:spChg chg="mod">
          <ac:chgData name="Shlomi Ben Shushan" userId="7c78c233cbcc4ad7" providerId="LiveId" clId="{A6FFB4AB-6A20-CE4F-A565-F4C20D365A13}" dt="2025-11-28T14:04:36.647" v="2064" actId="20577"/>
          <ac:spMkLst>
            <pc:docMk/>
            <pc:sldMk cId="4068634338" sldId="282"/>
            <ac:spMk id="2" creationId="{634DA828-9ACF-3846-1757-36CF827BD123}"/>
          </ac:spMkLst>
        </pc:spChg>
        <pc:spChg chg="mod">
          <ac:chgData name="Shlomi Ben Shushan" userId="7c78c233cbcc4ad7" providerId="LiveId" clId="{A6FFB4AB-6A20-CE4F-A565-F4C20D365A13}" dt="2025-11-28T14:13:47.904" v="2240" actId="404"/>
          <ac:spMkLst>
            <pc:docMk/>
            <pc:sldMk cId="4068634338" sldId="282"/>
            <ac:spMk id="3" creationId="{B98ADCC5-1250-F63D-41B8-0DAF845A4132}"/>
          </ac:spMkLst>
        </pc:spChg>
      </pc:sldChg>
      <pc:sldChg chg="modSp add mod">
        <pc:chgData name="Shlomi Ben Shushan" userId="7c78c233cbcc4ad7" providerId="LiveId" clId="{A6FFB4AB-6A20-CE4F-A565-F4C20D365A13}" dt="2025-11-28T14:14:34.197" v="2266"/>
        <pc:sldMkLst>
          <pc:docMk/>
          <pc:sldMk cId="3698007181" sldId="283"/>
        </pc:sldMkLst>
        <pc:spChg chg="mod">
          <ac:chgData name="Shlomi Ben Shushan" userId="7c78c233cbcc4ad7" providerId="LiveId" clId="{A6FFB4AB-6A20-CE4F-A565-F4C20D365A13}" dt="2025-11-28T14:13:15.351" v="2220" actId="20577"/>
          <ac:spMkLst>
            <pc:docMk/>
            <pc:sldMk cId="3698007181" sldId="283"/>
            <ac:spMk id="2" creationId="{AB9EBF2B-797F-0311-B836-06EAAB9A54FA}"/>
          </ac:spMkLst>
        </pc:spChg>
        <pc:spChg chg="mod">
          <ac:chgData name="Shlomi Ben Shushan" userId="7c78c233cbcc4ad7" providerId="LiveId" clId="{A6FFB4AB-6A20-CE4F-A565-F4C20D365A13}" dt="2025-11-28T14:14:34.197" v="2266"/>
          <ac:spMkLst>
            <pc:docMk/>
            <pc:sldMk cId="3698007181" sldId="283"/>
            <ac:spMk id="3" creationId="{7C1B95D5-5209-A71E-B25A-F9DA49D7C13C}"/>
          </ac:spMkLst>
        </pc:spChg>
      </pc:sldChg>
      <pc:sldChg chg="addSp modSp add mod">
        <pc:chgData name="Shlomi Ben Shushan" userId="7c78c233cbcc4ad7" providerId="LiveId" clId="{A6FFB4AB-6A20-CE4F-A565-F4C20D365A13}" dt="2025-11-28T14:17:07.859" v="2325" actId="1076"/>
        <pc:sldMkLst>
          <pc:docMk/>
          <pc:sldMk cId="3994090515" sldId="284"/>
        </pc:sldMkLst>
        <pc:spChg chg="mod">
          <ac:chgData name="Shlomi Ben Shushan" userId="7c78c233cbcc4ad7" providerId="LiveId" clId="{A6FFB4AB-6A20-CE4F-A565-F4C20D365A13}" dt="2025-11-28T14:14:54.265" v="2268" actId="20577"/>
          <ac:spMkLst>
            <pc:docMk/>
            <pc:sldMk cId="3994090515" sldId="284"/>
            <ac:spMk id="2" creationId="{4563298B-CA43-3F32-EC08-43EEED771F32}"/>
          </ac:spMkLst>
        </pc:spChg>
        <pc:spChg chg="mod">
          <ac:chgData name="Shlomi Ben Shushan" userId="7c78c233cbcc4ad7" providerId="LiveId" clId="{A6FFB4AB-6A20-CE4F-A565-F4C20D365A13}" dt="2025-11-28T14:17:03.569" v="2324" actId="20577"/>
          <ac:spMkLst>
            <pc:docMk/>
            <pc:sldMk cId="3994090515" sldId="284"/>
            <ac:spMk id="3" creationId="{86CD259F-5FC3-0B12-2C50-F3FC5CB35B7D}"/>
          </ac:spMkLst>
        </pc:spChg>
        <pc:picChg chg="add mod">
          <ac:chgData name="Shlomi Ben Shushan" userId="7c78c233cbcc4ad7" providerId="LiveId" clId="{A6FFB4AB-6A20-CE4F-A565-F4C20D365A13}" dt="2025-11-28T14:17:07.859" v="2325" actId="1076"/>
          <ac:picMkLst>
            <pc:docMk/>
            <pc:sldMk cId="3994090515" sldId="284"/>
            <ac:picMk id="4" creationId="{C8041323-3B7E-B359-7753-1E160AC93BFC}"/>
          </ac:picMkLst>
        </pc:picChg>
      </pc:sldChg>
      <pc:sldChg chg="modSp add mod">
        <pc:chgData name="Shlomi Ben Shushan" userId="7c78c233cbcc4ad7" providerId="LiveId" clId="{A6FFB4AB-6A20-CE4F-A565-F4C20D365A13}" dt="2025-11-28T14:32:09.780" v="2545" actId="20577"/>
        <pc:sldMkLst>
          <pc:docMk/>
          <pc:sldMk cId="1793950296" sldId="285"/>
        </pc:sldMkLst>
        <pc:spChg chg="mod">
          <ac:chgData name="Shlomi Ben Shushan" userId="7c78c233cbcc4ad7" providerId="LiveId" clId="{A6FFB4AB-6A20-CE4F-A565-F4C20D365A13}" dt="2025-11-28T14:18:55.367" v="2374" actId="20577"/>
          <ac:spMkLst>
            <pc:docMk/>
            <pc:sldMk cId="1793950296" sldId="285"/>
            <ac:spMk id="2" creationId="{C916633A-A5A4-A907-5315-4A3E4A46A27A}"/>
          </ac:spMkLst>
        </pc:spChg>
        <pc:spChg chg="mod">
          <ac:chgData name="Shlomi Ben Shushan" userId="7c78c233cbcc4ad7" providerId="LiveId" clId="{A6FFB4AB-6A20-CE4F-A565-F4C20D365A13}" dt="2025-11-28T14:32:09.780" v="2545" actId="20577"/>
          <ac:spMkLst>
            <pc:docMk/>
            <pc:sldMk cId="1793950296" sldId="285"/>
            <ac:spMk id="3" creationId="{2ABA5A4F-BBFB-76EA-771C-0A5705DC2163}"/>
          </ac:spMkLst>
        </pc:spChg>
      </pc:sldChg>
      <pc:sldChg chg="modSp add mod">
        <pc:chgData name="Shlomi Ben Shushan" userId="7c78c233cbcc4ad7" providerId="LiveId" clId="{A6FFB4AB-6A20-CE4F-A565-F4C20D365A13}" dt="2025-11-28T14:37:10.244" v="2661" actId="20577"/>
        <pc:sldMkLst>
          <pc:docMk/>
          <pc:sldMk cId="1395443283" sldId="286"/>
        </pc:sldMkLst>
        <pc:spChg chg="mod">
          <ac:chgData name="Shlomi Ben Shushan" userId="7c78c233cbcc4ad7" providerId="LiveId" clId="{A6FFB4AB-6A20-CE4F-A565-F4C20D365A13}" dt="2025-11-28T14:32:26.751" v="2559" actId="20577"/>
          <ac:spMkLst>
            <pc:docMk/>
            <pc:sldMk cId="1395443283" sldId="286"/>
            <ac:spMk id="2" creationId="{A2C108AD-238A-B046-6E50-FF71E95282C1}"/>
          </ac:spMkLst>
        </pc:spChg>
        <pc:spChg chg="mod">
          <ac:chgData name="Shlomi Ben Shushan" userId="7c78c233cbcc4ad7" providerId="LiveId" clId="{A6FFB4AB-6A20-CE4F-A565-F4C20D365A13}" dt="2025-11-28T14:37:10.244" v="2661" actId="20577"/>
          <ac:spMkLst>
            <pc:docMk/>
            <pc:sldMk cId="1395443283" sldId="286"/>
            <ac:spMk id="3" creationId="{D25BA6B8-A259-AC99-19FE-F4EEBBC091EC}"/>
          </ac:spMkLst>
        </pc:spChg>
      </pc:sldChg>
      <pc:sldChg chg="delSp modSp add del mod">
        <pc:chgData name="Shlomi Ben Shushan" userId="7c78c233cbcc4ad7" providerId="LiveId" clId="{A6FFB4AB-6A20-CE4F-A565-F4C20D365A13}" dt="2025-11-28T14:39:24.225" v="2668" actId="2696"/>
        <pc:sldMkLst>
          <pc:docMk/>
          <pc:sldMk cId="3035256814" sldId="287"/>
        </pc:sldMkLst>
        <pc:spChg chg="mod">
          <ac:chgData name="Shlomi Ben Shushan" userId="7c78c233cbcc4ad7" providerId="LiveId" clId="{A6FFB4AB-6A20-CE4F-A565-F4C20D365A13}" dt="2025-11-28T14:38:09.750" v="2667" actId="20577"/>
          <ac:spMkLst>
            <pc:docMk/>
            <pc:sldMk cId="3035256814" sldId="287"/>
            <ac:spMk id="2" creationId="{98BCE8B3-0421-6F80-EB0E-2D9C0FFB2F2A}"/>
          </ac:spMkLst>
        </pc:spChg>
        <pc:picChg chg="del">
          <ac:chgData name="Shlomi Ben Shushan" userId="7c78c233cbcc4ad7" providerId="LiveId" clId="{A6FFB4AB-6A20-CE4F-A565-F4C20D365A13}" dt="2025-11-28T14:38:03.437" v="2663" actId="478"/>
          <ac:picMkLst>
            <pc:docMk/>
            <pc:sldMk cId="3035256814" sldId="287"/>
            <ac:picMk id="5122" creationId="{35D165B1-9E79-DD39-2DAE-6AB41B8801BA}"/>
          </ac:picMkLst>
        </pc:picChg>
      </pc:sldChg>
      <pc:sldChg chg="addSp delSp modSp add mod">
        <pc:chgData name="Shlomi Ben Shushan" userId="7c78c233cbcc4ad7" providerId="LiveId" clId="{A6FFB4AB-6A20-CE4F-A565-F4C20D365A13}" dt="2025-11-28T21:44:07.625" v="2872" actId="113"/>
        <pc:sldMkLst>
          <pc:docMk/>
          <pc:sldMk cId="3842049619" sldId="287"/>
        </pc:sldMkLst>
        <pc:spChg chg="del mod">
          <ac:chgData name="Shlomi Ben Shushan" userId="7c78c233cbcc4ad7" providerId="LiveId" clId="{A6FFB4AB-6A20-CE4F-A565-F4C20D365A13}" dt="2025-11-28T21:43:52.333" v="2867" actId="478"/>
          <ac:spMkLst>
            <pc:docMk/>
            <pc:sldMk cId="3842049619" sldId="287"/>
            <ac:spMk id="2" creationId="{246A92D6-4734-377E-2C0C-4B5A26E956B1}"/>
          </ac:spMkLst>
        </pc:spChg>
        <pc:spChg chg="del">
          <ac:chgData name="Shlomi Ben Shushan" userId="7c78c233cbcc4ad7" providerId="LiveId" clId="{A6FFB4AB-6A20-CE4F-A565-F4C20D365A13}" dt="2025-11-28T14:40:21.643" v="2703" actId="478"/>
          <ac:spMkLst>
            <pc:docMk/>
            <pc:sldMk cId="3842049619" sldId="287"/>
            <ac:spMk id="3" creationId="{E7B3A272-4143-3759-7C1C-198C74654E23}"/>
          </ac:spMkLst>
        </pc:spChg>
        <pc:spChg chg="add del mod">
          <ac:chgData name="Shlomi Ben Shushan" userId="7c78c233cbcc4ad7" providerId="LiveId" clId="{A6FFB4AB-6A20-CE4F-A565-F4C20D365A13}" dt="2025-11-28T14:40:24.520" v="2704" actId="478"/>
          <ac:spMkLst>
            <pc:docMk/>
            <pc:sldMk cId="3842049619" sldId="287"/>
            <ac:spMk id="5" creationId="{6FB27116-C46E-775C-965A-B5BD2B158EF2}"/>
          </ac:spMkLst>
        </pc:spChg>
        <pc:spChg chg="add mod">
          <ac:chgData name="Shlomi Ben Shushan" userId="7c78c233cbcc4ad7" providerId="LiveId" clId="{A6FFB4AB-6A20-CE4F-A565-F4C20D365A13}" dt="2025-11-28T21:44:07.625" v="2872" actId="113"/>
          <ac:spMkLst>
            <pc:docMk/>
            <pc:sldMk cId="3842049619" sldId="287"/>
            <ac:spMk id="6" creationId="{8A8CD650-EFBC-1EED-7449-3B76ABD6881C}"/>
          </ac:spMkLst>
        </pc:spChg>
        <pc:spChg chg="add del mod">
          <ac:chgData name="Shlomi Ben Shushan" userId="7c78c233cbcc4ad7" providerId="LiveId" clId="{A6FFB4AB-6A20-CE4F-A565-F4C20D365A13}" dt="2025-11-28T21:43:55.474" v="2868" actId="478"/>
          <ac:spMkLst>
            <pc:docMk/>
            <pc:sldMk cId="3842049619" sldId="287"/>
            <ac:spMk id="8" creationId="{05DE8940-FC96-154E-1883-BFA6AA5BF95F}"/>
          </ac:spMkLst>
        </pc:spChg>
        <pc:picChg chg="del">
          <ac:chgData name="Shlomi Ben Shushan" userId="7c78c233cbcc4ad7" providerId="LiveId" clId="{A6FFB4AB-6A20-CE4F-A565-F4C20D365A13}" dt="2025-11-28T14:40:26.213" v="2705" actId="478"/>
          <ac:picMkLst>
            <pc:docMk/>
            <pc:sldMk cId="3842049619" sldId="287"/>
            <ac:picMk id="1028" creationId="{3A6C7C31-F051-5D47-476A-F1863E36AE94}"/>
          </ac:picMkLst>
        </pc:picChg>
      </pc:sldChg>
      <pc:sldChg chg="addSp delSp modSp add del mod">
        <pc:chgData name="Shlomi Ben Shushan" userId="7c78c233cbcc4ad7" providerId="LiveId" clId="{A6FFB4AB-6A20-CE4F-A565-F4C20D365A13}" dt="2025-11-28T21:39:53.090" v="2777" actId="2696"/>
        <pc:sldMkLst>
          <pc:docMk/>
          <pc:sldMk cId="2551654734" sldId="288"/>
        </pc:sldMkLst>
        <pc:spChg chg="mod">
          <ac:chgData name="Shlomi Ben Shushan" userId="7c78c233cbcc4ad7" providerId="LiveId" clId="{A6FFB4AB-6A20-CE4F-A565-F4C20D365A13}" dt="2025-11-28T14:42:19.964" v="2718" actId="20577"/>
          <ac:spMkLst>
            <pc:docMk/>
            <pc:sldMk cId="2551654734" sldId="288"/>
            <ac:spMk id="2" creationId="{FAFAD8E1-E6F4-277E-499A-E0B4BDD940B4}"/>
          </ac:spMkLst>
        </pc:spChg>
        <pc:spChg chg="add mod">
          <ac:chgData name="Shlomi Ben Shushan" userId="7c78c233cbcc4ad7" providerId="LiveId" clId="{A6FFB4AB-6A20-CE4F-A565-F4C20D365A13}" dt="2025-11-28T14:42:24.639" v="2730" actId="20577"/>
          <ac:spMkLst>
            <pc:docMk/>
            <pc:sldMk cId="2551654734" sldId="288"/>
            <ac:spMk id="3" creationId="{45E9FBC7-618D-26DB-F6D3-7FB922190885}"/>
          </ac:spMkLst>
        </pc:spChg>
        <pc:picChg chg="del">
          <ac:chgData name="Shlomi Ben Shushan" userId="7c78c233cbcc4ad7" providerId="LiveId" clId="{A6FFB4AB-6A20-CE4F-A565-F4C20D365A13}" dt="2025-11-28T14:41:49.147" v="2712" actId="478"/>
          <ac:picMkLst>
            <pc:docMk/>
            <pc:sldMk cId="2551654734" sldId="288"/>
            <ac:picMk id="5122" creationId="{490D8AF6-C17E-630E-2A8E-37EC0C441B1F}"/>
          </ac:picMkLst>
        </pc:picChg>
      </pc:sldChg>
      <pc:sldChg chg="add del">
        <pc:chgData name="Shlomi Ben Shushan" userId="7c78c233cbcc4ad7" providerId="LiveId" clId="{A6FFB4AB-6A20-CE4F-A565-F4C20D365A13}" dt="2025-11-28T14:41:44" v="2709"/>
        <pc:sldMkLst>
          <pc:docMk/>
          <pc:sldMk cId="2771919034" sldId="288"/>
        </pc:sldMkLst>
      </pc:sldChg>
      <pc:sldChg chg="modSp add del mod">
        <pc:chgData name="Shlomi Ben Shushan" userId="7c78c233cbcc4ad7" providerId="LiveId" clId="{A6FFB4AB-6A20-CE4F-A565-F4C20D365A13}" dt="2025-11-28T21:39:49.280" v="2775" actId="2696"/>
        <pc:sldMkLst>
          <pc:docMk/>
          <pc:sldMk cId="2987643792" sldId="289"/>
        </pc:sldMkLst>
        <pc:spChg chg="mod">
          <ac:chgData name="Shlomi Ben Shushan" userId="7c78c233cbcc4ad7" providerId="LiveId" clId="{A6FFB4AB-6A20-CE4F-A565-F4C20D365A13}" dt="2025-11-28T14:42:35.921" v="2751" actId="20577"/>
          <ac:spMkLst>
            <pc:docMk/>
            <pc:sldMk cId="2987643792" sldId="289"/>
            <ac:spMk id="2" creationId="{A1269A73-7174-0DEA-3083-7C0D9AF0368D}"/>
          </ac:spMkLst>
        </pc:spChg>
        <pc:spChg chg="mod">
          <ac:chgData name="Shlomi Ben Shushan" userId="7c78c233cbcc4ad7" providerId="LiveId" clId="{A6FFB4AB-6A20-CE4F-A565-F4C20D365A13}" dt="2025-11-28T14:42:38.430" v="2752" actId="20577"/>
          <ac:spMkLst>
            <pc:docMk/>
            <pc:sldMk cId="2987643792" sldId="289"/>
            <ac:spMk id="3" creationId="{C30ACFCE-84DF-05FF-5A67-4B7816402670}"/>
          </ac:spMkLst>
        </pc:spChg>
      </pc:sldChg>
      <pc:sldChg chg="add del">
        <pc:chgData name="Shlomi Ben Shushan" userId="7c78c233cbcc4ad7" providerId="LiveId" clId="{A6FFB4AB-6A20-CE4F-A565-F4C20D365A13}" dt="2025-11-28T14:42:27.723" v="2731" actId="2696"/>
        <pc:sldMkLst>
          <pc:docMk/>
          <pc:sldMk cId="2997548917" sldId="289"/>
        </pc:sldMkLst>
      </pc:sldChg>
      <pc:sldChg chg="add del">
        <pc:chgData name="Shlomi Ben Shushan" userId="7c78c233cbcc4ad7" providerId="LiveId" clId="{A6FFB4AB-6A20-CE4F-A565-F4C20D365A13}" dt="2025-11-28T14:41:43.715" v="2708"/>
        <pc:sldMkLst>
          <pc:docMk/>
          <pc:sldMk cId="3258658113" sldId="289"/>
        </pc:sldMkLst>
      </pc:sldChg>
      <pc:sldChg chg="modSp add del mod">
        <pc:chgData name="Shlomi Ben Shushan" userId="7c78c233cbcc4ad7" providerId="LiveId" clId="{A6FFB4AB-6A20-CE4F-A565-F4C20D365A13}" dt="2025-11-28T21:39:50.135" v="2776" actId="2696"/>
        <pc:sldMkLst>
          <pc:docMk/>
          <pc:sldMk cId="3174204772" sldId="290"/>
        </pc:sldMkLst>
        <pc:spChg chg="mod">
          <ac:chgData name="Shlomi Ben Shushan" userId="7c78c233cbcc4ad7" providerId="LiveId" clId="{A6FFB4AB-6A20-CE4F-A565-F4C20D365A13}" dt="2025-11-28T14:43:03.354" v="2770" actId="20577"/>
          <ac:spMkLst>
            <pc:docMk/>
            <pc:sldMk cId="3174204772" sldId="290"/>
            <ac:spMk id="2" creationId="{88899B0D-7965-998C-C9C4-F3DA1DEE7BFE}"/>
          </ac:spMkLst>
        </pc:spChg>
        <pc:spChg chg="mod">
          <ac:chgData name="Shlomi Ben Shushan" userId="7c78c233cbcc4ad7" providerId="LiveId" clId="{A6FFB4AB-6A20-CE4F-A565-F4C20D365A13}" dt="2025-11-28T14:42:59.029" v="2759" actId="5793"/>
          <ac:spMkLst>
            <pc:docMk/>
            <pc:sldMk cId="3174204772" sldId="290"/>
            <ac:spMk id="3" creationId="{3C0F2549-A047-B5D9-0DD0-5823744F1419}"/>
          </ac:spMkLst>
        </pc:spChg>
      </pc:sldChg>
      <pc:sldChg chg="add del">
        <pc:chgData name="Shlomi Ben Shushan" userId="7c78c233cbcc4ad7" providerId="LiveId" clId="{A6FFB4AB-6A20-CE4F-A565-F4C20D365A13}" dt="2025-11-28T14:42:55.371" v="2755"/>
        <pc:sldMkLst>
          <pc:docMk/>
          <pc:sldMk cId="1994161100" sldId="291"/>
        </pc:sldMkLst>
      </pc:sldChg>
      <pc:sldChg chg="add del">
        <pc:chgData name="Shlomi Ben Shushan" userId="7c78c233cbcc4ad7" providerId="LiveId" clId="{A6FFB4AB-6A20-CE4F-A565-F4C20D365A13}" dt="2025-11-28T21:39:48.187" v="2774" actId="2696"/>
        <pc:sldMkLst>
          <pc:docMk/>
          <pc:sldMk cId="3308602755" sldId="29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lomi1993/llm-from-scratch/blob/main/presentation/ch04_presentation.ipynb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495AF-29A0-C076-CC01-E0BD6E953B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0631" y="1788454"/>
            <a:ext cx="9710224" cy="2098226"/>
          </a:xfrm>
        </p:spPr>
        <p:txBody>
          <a:bodyPr/>
          <a:lstStyle/>
          <a:p>
            <a:r>
              <a:rPr lang="en-US" sz="4000" b="1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Open and Efficient Foundation Language Models</a:t>
            </a:r>
            <a:b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5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endParaRPr lang="en-IL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FBB279-AF1D-54EC-CB83-3F90F28DED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IL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Shlomi Ben-Shushan</a:t>
            </a:r>
          </a:p>
          <a:p>
            <a:r>
              <a:rPr lang="en-IL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8 . 12 . 2025</a:t>
            </a:r>
          </a:p>
        </p:txBody>
      </p:sp>
      <p:pic>
        <p:nvPicPr>
          <p:cNvPr id="1028" name="Picture 4" descr="A llama wearing sunglasses and a hat&#10;&#10;Description automatically generated">
            <a:extLst>
              <a:ext uri="{FF2B5EF4-FFF2-40B4-BE49-F238E27FC236}">
                <a16:creationId xmlns:a16="http://schemas.microsoft.com/office/drawing/2014/main" id="{4DAD5C20-EE08-FA81-5B77-7A2E658351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446" b="9133"/>
          <a:stretch/>
        </p:blipFill>
        <p:spPr bwMode="auto">
          <a:xfrm>
            <a:off x="1500811" y="4051917"/>
            <a:ext cx="2358190" cy="2806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7226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F85EA-EDE7-7150-4CEE-72F6C54B3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Methodology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BBD12-6038-D53B-6AE6-B9FBB2A3FE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5179161"/>
          </a:xfrm>
        </p:spPr>
        <p:txBody>
          <a:bodyPr>
            <a:norm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Approach: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Follows previous work (Brown et al., 2020).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Zero-shot: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Model provided with a task description and test example.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Few-shot: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Model provided with 1 to 64 examples + test example.</a:t>
            </a:r>
            <a:endParaRPr lang="en-US" b="1" i="0" dirty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Baselines for Comparison:</a:t>
            </a:r>
            <a:endParaRPr lang="en-US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Proprietary: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GPT-3, Gopher, Chinchilla, </a:t>
            </a:r>
            <a:r>
              <a:rPr lang="en-US" b="0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/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Open-source:</a:t>
            </a:r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OPT, GPT-J, GPT-Neo.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Types: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Free-form generation.</a:t>
            </a:r>
          </a:p>
          <a:p>
            <a:pPr lvl="1"/>
            <a:r>
              <a:rPr lang="en-US" b="0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Multiple choice (ranking options by likelihood).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IL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17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867CE-B00F-D7CE-DE34-7A28E7E8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345A4-C0DE-3D49-FBAC-14C9BD78D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Benchmarks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BF769-2041-7AC8-449B-E9A7C3DE8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10383926" cy="5603828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Common Sense Reasoning</a:t>
            </a:r>
            <a:endParaRPr lang="en-US" sz="1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everyday reasoning capabilities using Cloze tasks, Winograd schemas, and multiple-choice questions.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BoolQ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PIQA, SIQA,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HellaSwag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WinoGrande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ARC easy, ARC challenge,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OpenBookQA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(OBQA)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Closed-book Question Answering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Tests model’s ability to answer questions using only internal knowledge, without access to external documents.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Natural Questions,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TriviaQA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Reading Comprehension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Measures understanding of text passages using middle and high school English exam questions.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RACE-middle, RACE-high.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Mathematical Reasoning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Assesses capability to solve middle and high school level math problems.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MATH, GSM8k.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Generation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Evaluates ability to generate functional Python code from natural language descriptions.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i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HumanEval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MBPP.</a:t>
            </a:r>
          </a:p>
          <a:p>
            <a:pPr>
              <a:lnSpc>
                <a:spcPct val="90000"/>
              </a:lnSpc>
              <a:buFont typeface="+mj-lt"/>
              <a:buAutoNum type="arabicPeriod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Massive Multitask Language Understanding (MMLU)</a:t>
            </a:r>
          </a:p>
          <a:p>
            <a:pPr lvl="1">
              <a:lnSpc>
                <a:spcPct val="90000"/>
              </a:lnSpc>
            </a:pP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comprehensive test covering diverse domains like humanities, STEM, and social sciences.</a:t>
            </a:r>
          </a:p>
          <a:p>
            <a:pPr lvl="1">
              <a:lnSpc>
                <a:spcPct val="90000"/>
              </a:lnSpc>
            </a:pPr>
            <a:r>
              <a:rPr lang="en-US" sz="1400" b="1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Datasets:</a:t>
            </a:r>
            <a:r>
              <a:rPr lang="en-US" sz="1400" i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MMLU.</a:t>
            </a:r>
          </a:p>
        </p:txBody>
      </p:sp>
    </p:spTree>
    <p:extLst>
      <p:ext uri="{BB962C8B-B14F-4D97-AF65-F5344CB8AC3E}">
        <p14:creationId xmlns:p14="http://schemas.microsoft.com/office/powerpoint/2010/main" val="396195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B60EB-87E6-614B-8160-E6D0D0D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A7D63-ACC8-A481-C999-7CA65304A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Additional Metrics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3ADEF5-05C3-CC1B-710D-624123AB59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71600" y="1133856"/>
                <a:ext cx="9601200" cy="5179161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Instruction Finetuning</a:t>
                </a:r>
              </a:p>
              <a:p>
                <a:pPr lvl="1"/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Demonstrates that brief finetuning on instruction data rapidly improves performance and instruction-following abilities.</a:t>
                </a:r>
              </a:p>
              <a:p>
                <a:pPr lvl="1"/>
                <a:r>
                  <a:rPr lang="en-US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Model: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 </a:t>
                </a:r>
                <a:r>
                  <a:rPr lang="en-US" b="0" i="0" dirty="0" err="1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-I (evaluated on MMLU).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Bias, Toxicity &amp; Truthfulness</a:t>
                </a:r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toxic content generation, social stereotypes, biases, and misinformation.</a:t>
                </a:r>
              </a:p>
              <a:p>
                <a:pPr lvl="1"/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Datasets: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RealToxicityPrompts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PerspectiveAPI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),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CrowS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-Pairs,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WinoGender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</a:p>
              <a:p>
                <a:endParaRPr lang="en-US" b="1" i="0" dirty="0"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Footprint</a:t>
                </a:r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Estimates training 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energy (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𝑀𝑊h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emissions (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𝑡𝐶𝑂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𝑒𝑞</m:t>
                    </m:r>
                  </m:oMath>
                </a14:m>
                <a:r>
                  <a:rPr lang="en-US" b="0" i="0" dirty="0"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and highlights how open releases reduce future environmental costs by preventing retraining.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3ADEF5-05C3-CC1B-710D-624123AB59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1600" y="1133856"/>
                <a:ext cx="9601200" cy="5179161"/>
              </a:xfrm>
              <a:blipFill>
                <a:blip r:embed="rId2"/>
                <a:stretch>
                  <a:fillRect l="-661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7611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6F509-A4FC-F813-7FFA-1D68AEA7D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E23F-A9D7-69DB-6FF4-66453EBF3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Compared Models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A41A0-5A78-65FD-DC55-640DD94D83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1133856"/>
            <a:ext cx="10283371" cy="517916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GPT-3 1.3B, 6B, 175B (OpenAI)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The non-public industry standard baseline.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Chinchilla 70B (DeepMind)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model trained on 2TB of books.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Gopher 280B (DeepMind)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model for common reasoning tasks.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LaMDA 137B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 for code generation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Minerva 62B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Series of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models finetuned 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ArXiv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Math Web Pages.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Flan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11B,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62B,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PaLM-cont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62B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Similar to OPT-IML 30B.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8B, 62B, 540B (Google)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Non-public massive scale SOTA model.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 175B (Meta)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Open-sourced, primary baseline for social bias and carbon footprint.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OPT-IML 30B (Meta)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For instruction tuning performance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GLM 130B (Tsinghua University)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English and Chinese pre-trained model.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GPT-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NeoX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20B, GPT-Neo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EleutherAI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Open-sourced models for general comparison.</a:t>
            </a:r>
          </a:p>
          <a:p>
            <a:pPr>
              <a:lnSpc>
                <a:spcPct val="100000"/>
              </a:lnSpc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BLOOM 175B 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BigScience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Open model, baseline for energy and carbon comparison.</a:t>
            </a:r>
          </a:p>
        </p:txBody>
      </p:sp>
    </p:spTree>
    <p:extLst>
      <p:ext uri="{BB962C8B-B14F-4D97-AF65-F5344CB8AC3E}">
        <p14:creationId xmlns:p14="http://schemas.microsoft.com/office/powerpoint/2010/main" val="2643655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083A6-7B7E-6EFC-06AC-FD9A1BDA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3FC68-BE60-8767-3AE9-966323F1F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Benchmarks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89AF1437-6ED1-2DA0-8676-3CCFF3412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E8F4F2"/>
              </a:clrFrom>
              <a:clrTo>
                <a:srgbClr val="E8F4F2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4401" y="3414486"/>
            <a:ext cx="2286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4549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A2281-CEF4-31B1-8B78-844C1E8A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B0E91-3CF5-267F-CDBE-1F8FDD53B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3.1 Common Sense Reasoning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D8891-4C0C-6645-7046-378843D1F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multiple-choice questions, Cloze tasks, and Winograd schemas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0136AF-8A97-BE11-A538-8FFD556486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432"/>
          <a:stretch/>
        </p:blipFill>
        <p:spPr>
          <a:xfrm>
            <a:off x="2209800" y="2053389"/>
            <a:ext cx="7772400" cy="3318145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2E89FB6-3AE1-C077-752B-CBE900A6394E}"/>
              </a:ext>
            </a:extLst>
          </p:cNvPr>
          <p:cNvSpPr txBox="1">
            <a:spLocks/>
          </p:cNvSpPr>
          <p:nvPr/>
        </p:nvSpPr>
        <p:spPr>
          <a:xfrm>
            <a:off x="1371600" y="5497299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outperforms Chinchilla-70B on almost all benchmarks.</a:t>
            </a:r>
            <a:b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It also surpasses PaLM-540B on most.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outperforms GPT-3 on most benchmarks despite being 10x smaller.</a:t>
            </a:r>
          </a:p>
        </p:txBody>
      </p:sp>
    </p:spTree>
    <p:extLst>
      <p:ext uri="{BB962C8B-B14F-4D97-AF65-F5344CB8AC3E}">
        <p14:creationId xmlns:p14="http://schemas.microsoft.com/office/powerpoint/2010/main" val="2600494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DA031-A6A6-6B98-AD40-8449C690E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932C3-CBA0-D85F-2A75-1F1034779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3.2 Closed-book Question Answering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8EEEA6-3AD5-6CDD-106B-8EE0515DE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21711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Exact match performance (answering without access to external documents).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 and Few-shot.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E84475-2046-FCFA-841E-0952C0B46063}"/>
              </a:ext>
            </a:extLst>
          </p:cNvPr>
          <p:cNvSpPr txBox="1">
            <a:spLocks/>
          </p:cNvSpPr>
          <p:nvPr/>
        </p:nvSpPr>
        <p:spPr>
          <a:xfrm>
            <a:off x="1371600" y="5349812"/>
            <a:ext cx="9601200" cy="134230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achieves state-of-the-art performance in zero-shot and few-shot settings.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competitive with GPT-3 and Chinchilla although being 5-10x smaller.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Regarding efficiency, LLaMA-13B can run inference on a single V100 GPU.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A9FD09-8489-01FB-9197-7F7ECAED26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12" b="1020"/>
          <a:stretch/>
        </p:blipFill>
        <p:spPr>
          <a:xfrm>
            <a:off x="1995613" y="2055568"/>
            <a:ext cx="3728004" cy="32123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80C948-BFDE-C401-84F0-1968A9E1BD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64"/>
          <a:stretch/>
        </p:blipFill>
        <p:spPr>
          <a:xfrm>
            <a:off x="6563951" y="2055567"/>
            <a:ext cx="3748774" cy="242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9066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50DD-C038-053F-A9D0-406D8B1F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E851-A46E-B688-6E60-5D21FD015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3.3 Reading Comprehension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E73C3-6C38-AE10-0DD8-25D356843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80723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middle and high school English reading exams (RACE).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BCD6D4-9869-26D2-38E1-26D9738A1634}"/>
              </a:ext>
            </a:extLst>
          </p:cNvPr>
          <p:cNvSpPr txBox="1">
            <a:spLocks/>
          </p:cNvSpPr>
          <p:nvPr/>
        </p:nvSpPr>
        <p:spPr>
          <a:xfrm>
            <a:off x="1371600" y="5657088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is competitive with PaLM-540B.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 outperforms GPT-3 by a few percent.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615BDE-4870-6D75-F421-392C2B5CBC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53"/>
          <a:stretch/>
        </p:blipFill>
        <p:spPr>
          <a:xfrm>
            <a:off x="3822700" y="1941095"/>
            <a:ext cx="4546600" cy="364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07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277B-2DDA-B2B4-068A-1299C3871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6C308-B8A4-0D1C-A446-5C2E66A4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3.4 Mathematical Reasoning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DE637-A89C-CD6D-777F-3D319C1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middle/high school math problems (MATH &amp; GSM8k).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Zero-shot, compared with and without majority voting.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EBBEAC8-3288-6621-42B0-B133ED8C45A9}"/>
              </a:ext>
            </a:extLst>
          </p:cNvPr>
          <p:cNvSpPr txBox="1">
            <a:spLocks/>
          </p:cNvSpPr>
          <p:nvPr/>
        </p:nvSpPr>
        <p:spPr>
          <a:xfrm>
            <a:off x="1371600" y="5696955"/>
            <a:ext cx="9601200" cy="11607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outperforms Minerva-62B on GSM8k, achieved without fine-tuning on mathematical data (unlike Minerva).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FDC9D0-BB45-B0E0-5690-BD33DFD59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792" y="2069749"/>
            <a:ext cx="4330700" cy="3530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EE90D9-754E-B970-BF74-0FECF92E7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6828" y="2069749"/>
            <a:ext cx="4622800" cy="175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3020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17BDE-57FE-F51E-71ED-72345C722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35C53-D3CA-4A2F-5C4C-026B880EE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3.5 Code Generation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1E94A-F6B4-FF1A-65C7-0C04FA36B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pass@1 scores, ability to generate functional Python code from description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/ Few-shot (description + input/output examples).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74CBAD-1086-871A-42AD-3B0ACFC8F833}"/>
              </a:ext>
            </a:extLst>
          </p:cNvPr>
          <p:cNvSpPr txBox="1">
            <a:spLocks/>
          </p:cNvSpPr>
          <p:nvPr/>
        </p:nvSpPr>
        <p:spPr>
          <a:xfrm>
            <a:off x="1371600" y="5497299"/>
            <a:ext cx="10474054" cy="123733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 outperforms LaMDA-137B on both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HumanEval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MBPP.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outperforms PaLM-62B, even with longer training.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Also beats other general models not specifically fine-tuned for code (fine-tuning is out of scope).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C27E72-23EF-4DBF-1567-61A3A354C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551" y="2013475"/>
            <a:ext cx="4559300" cy="340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BBC0F4-A709-7058-AA0C-DB2DE118A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5623" y="2013475"/>
            <a:ext cx="4635500" cy="149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659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76616-AF89-523D-8AA0-169AAE86E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2AB4-E728-EE38-58F5-111113600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3.6 General Knowledge (MMLU)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8B6BB5-6E8A-B43E-6D45-43B394606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133856"/>
            <a:ext cx="9601200" cy="919533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Accuracy on multiple-choice questions across different subjects.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5-shot.</a:t>
            </a:r>
          </a:p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FC952DA-A53F-B0DD-C26D-4E6022151BBE}"/>
              </a:ext>
            </a:extLst>
          </p:cNvPr>
          <p:cNvSpPr txBox="1">
            <a:spLocks/>
          </p:cNvSpPr>
          <p:nvPr/>
        </p:nvSpPr>
        <p:spPr>
          <a:xfrm>
            <a:off x="1371600" y="5724143"/>
            <a:ext cx="9601200" cy="1010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 Falls slightly behind Chinchilla-70B and PaLM-540B.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Likely due to limited book data in pre-training (177GB vs 2TB for competitors).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7A8F40-8AE3-91B2-D226-5176CF9E0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1868"/>
          <a:stretch/>
        </p:blipFill>
        <p:spPr>
          <a:xfrm>
            <a:off x="2578476" y="2053389"/>
            <a:ext cx="7035047" cy="351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18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B2AF1-3E7A-3121-81B4-470ED11E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DE569-F8DF-A448-AE0C-0DC265DA5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960964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3.7 Performance Evolution During Training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0A8BD1-A1EF-3495-1515-5C455ABAC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52474"/>
            <a:ext cx="6269750" cy="38662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9B31CF-6B5E-EA49-BDD8-2B80A40C5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327" y="1052474"/>
            <a:ext cx="2429395" cy="1656406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D96C99B-908A-A6B2-0E43-9658815806CC}"/>
              </a:ext>
            </a:extLst>
          </p:cNvPr>
          <p:cNvSpPr txBox="1">
            <a:spLocks/>
          </p:cNvSpPr>
          <p:nvPr/>
        </p:nvSpPr>
        <p:spPr>
          <a:xfrm>
            <a:off x="1371600" y="4955253"/>
            <a:ext cx="10241280" cy="178077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 most Question Answering and Common-Sense benchmarks, performance improves steadily as training progresses.</a:t>
            </a:r>
          </a:p>
          <a:p>
            <a:r>
              <a:rPr lang="en-US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Exceptions:</a:t>
            </a:r>
          </a:p>
          <a:p>
            <a:pPr lvl="1"/>
            <a:r>
              <a:rPr lang="en-US" sz="16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SIQA benchmark shows high variance during training, suggesting it may not be a reliable metric for tracking progress.</a:t>
            </a:r>
          </a:p>
          <a:p>
            <a:pPr lvl="1"/>
            <a:r>
              <a:rPr lang="en-US" sz="16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on </a:t>
            </a:r>
            <a:r>
              <a:rPr lang="en-US" sz="1600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WinoGrande</a:t>
            </a:r>
            <a:r>
              <a:rPr lang="en-US" sz="16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does not correlate well with perplexity, with LLaMA-33B and LLaMA-65B showing similar performance despite size differences.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5A6290D-0595-DB96-7C51-6B19E19CB78F}"/>
              </a:ext>
            </a:extLst>
          </p:cNvPr>
          <p:cNvSpPr txBox="1">
            <a:spLocks/>
          </p:cNvSpPr>
          <p:nvPr/>
        </p:nvSpPr>
        <p:spPr>
          <a:xfrm>
            <a:off x="7889588" y="2822604"/>
            <a:ext cx="3442976" cy="14003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There is a strong correlation between training perplexity and downstream task performance.</a:t>
            </a:r>
            <a:endParaRPr lang="he-IL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 perplexity drops, benchmark scores rise.</a:t>
            </a:r>
          </a:p>
        </p:txBody>
      </p:sp>
    </p:spTree>
    <p:extLst>
      <p:ext uri="{BB962C8B-B14F-4D97-AF65-F5344CB8AC3E}">
        <p14:creationId xmlns:p14="http://schemas.microsoft.com/office/powerpoint/2010/main" val="7448403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BB5D3-715B-CECD-D491-DE9B5EF98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BB8C7-F0A8-35E9-4355-2AFDC787A7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Additional Metrics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D21B71E2-E60C-7867-4F7D-150ABA78B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9788327" y="-216920"/>
            <a:ext cx="2403673" cy="2403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22084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A69AB-9E45-09E0-6F30-C4F79EE5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DBF4-31C0-E3F9-1A0E-7EE41FB5A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 Instruction Finetuning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574A6-1B93-A06B-2A46-082836AAA01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7341028" cy="46470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Demonstrate that brief finetuning on instruction data rapidly improves performance on the MMLU benchmark.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Trained 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 using a simple protocol (Chung et al., 2022) on a small amount of instruction data.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5-shot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The base LLaMA-65B model already possessed basic instruction-following abilities prior to finetuning.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Results:</a:t>
            </a:r>
          </a:p>
          <a:p>
            <a:pPr lvl="1"/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 (65B) reached 68.9% on MMLU, outperforming existing moderate-sized models like OPT-IML and the Flan-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PaLM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series.</a:t>
            </a:r>
          </a:p>
          <a:p>
            <a:pPr lvl="1"/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 strong, it remains behind the SOTA at the time (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GPT code-davinci-002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), which scored 77.4%.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75E273E-D86D-F784-2264-D58FD558CE29}"/>
              </a:ext>
            </a:extLst>
          </p:cNvPr>
          <p:cNvGrpSpPr/>
          <p:nvPr/>
        </p:nvGrpSpPr>
        <p:grpSpPr>
          <a:xfrm>
            <a:off x="8712629" y="1133856"/>
            <a:ext cx="3081581" cy="3902966"/>
            <a:chOff x="6868332" y="1015898"/>
            <a:chExt cx="3081581" cy="390296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28D1303-14E9-C042-6A6D-ADFEB61DB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753" r="16403" b="20895"/>
            <a:stretch/>
          </p:blipFill>
          <p:spPr>
            <a:xfrm>
              <a:off x="6868332" y="1015898"/>
              <a:ext cx="3081580" cy="338562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05595B8-0AB9-F9E0-AEE0-5752829062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1917"/>
            <a:stretch/>
          </p:blipFill>
          <p:spPr>
            <a:xfrm>
              <a:off x="6868333" y="4401520"/>
              <a:ext cx="3081580" cy="517344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5A6607A-AB0A-FD75-44DE-AFFF24D3CDB4}"/>
              </a:ext>
            </a:extLst>
          </p:cNvPr>
          <p:cNvSpPr txBox="1"/>
          <p:nvPr/>
        </p:nvSpPr>
        <p:spPr>
          <a:xfrm>
            <a:off x="1371597" y="5724144"/>
            <a:ext cx="10422611" cy="670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84048" indent="-384048" defTabSz="914400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Takeaway: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a single, simple finetuning experiment yielded significant gains in instruction following and benchmark scores.</a:t>
            </a:r>
          </a:p>
        </p:txBody>
      </p:sp>
    </p:spTree>
    <p:extLst>
      <p:ext uri="{BB962C8B-B14F-4D97-AF65-F5344CB8AC3E}">
        <p14:creationId xmlns:p14="http://schemas.microsoft.com/office/powerpoint/2010/main" val="27068342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0C247-74AD-E9FA-2805-3B70A5DEB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A8725-965E-4634-7475-87AE9C910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 Bias, Toxicity and Misinformation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BA33AA-7776-C5C5-7990-707BA8FFF124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5179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Large language models can reproduce and amplify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found in their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data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They may also generate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 or offensive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content.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Since the dataset includes large amounts of Web data, assessing these risks is essential.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models were evaluated on benchmarks for toxicity and stereotype detection.</a:t>
            </a:r>
          </a:p>
          <a:p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benchmarks are standard in the community but are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 sufficient to fully capture all risks associated with such models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6885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3853-09E3-8BD8-8ED3-BD623C206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218B-024E-96D6-AB28-D2D2722BA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5.1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RealToxicityPrompts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20813B-E6B6-8D17-903E-56276676D859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Toxicity Score (0 to 1) evaluated by </a:t>
            </a:r>
            <a:r>
              <a:rPr lang="en-US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PerspectiveAPI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Greedy generation on ~100k prompts (Basic and Respectful categories).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4C8E4A-0BE0-9EDA-A839-F679CCA48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895" y="2098623"/>
            <a:ext cx="3835080" cy="17765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3E4F68-4DBD-499B-BB23-0D7479AB4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109867"/>
            <a:ext cx="4635500" cy="176530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00474AA-A268-DCA2-417C-D5600A73439E}"/>
              </a:ext>
            </a:extLst>
          </p:cNvPr>
          <p:cNvSpPr txBox="1">
            <a:spLocks/>
          </p:cNvSpPr>
          <p:nvPr/>
        </p:nvSpPr>
        <p:spPr>
          <a:xfrm>
            <a:off x="1371600" y="4074427"/>
            <a:ext cx="9601200" cy="2086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Toxicity scores are comparable to other models in the literature (e.g., Chinchilla).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Toxicity tends to increase with model size, especially for "Respectful" prompts.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Comparisons are difficult due to differences in sampling strategies and API versions across papers.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69778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7EF63-8889-DAB4-3FB6-5F8521CAE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D6369-1224-586C-92B3-1350BFFAB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5.2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CrowS</a:t>
            </a: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-Pairs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0B8D3-6CCB-4952-0A8E-0D11DA4F44E4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Preference for stereotypical sentences, measured by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Perplexity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Zero-shot, evaluated across 9 categories.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ED4ABA8-E16E-FEC3-947C-EDC41AEB6DE3}"/>
              </a:ext>
            </a:extLst>
          </p:cNvPr>
          <p:cNvSpPr txBox="1">
            <a:spLocks/>
          </p:cNvSpPr>
          <p:nvPr/>
        </p:nvSpPr>
        <p:spPr>
          <a:xfrm>
            <a:off x="1371600" y="2098623"/>
            <a:ext cx="5299023" cy="40623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Overall, 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compares slightly favorably to GPT-3 and OPT-175B on average.</a:t>
            </a:r>
          </a:p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particularly biased in the Religion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category (+10% compared to OPT-175B), followed by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Age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Gender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These biases are attributed to the </a:t>
            </a:r>
            <a:r>
              <a:rPr lang="en-US" i="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CommonCrawl</a:t>
            </a:r>
            <a:r>
              <a:rPr lang="en-US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dataset, despite the filtering steps applied.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895B11-01CE-C6B0-1D16-AA422A5AD2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613" y="2098623"/>
            <a:ext cx="4622800" cy="436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4329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B434B-B302-D123-FD19-C1359E96E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A9AB-C34C-F072-ED63-A4AD073A7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5.3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WinoGender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BE9299-2467-0DA7-CED5-9D4917C2447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Co-reference resolution accuracy (Perplexity of continuations).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with Winograd schemas that use "her", "his", and "their" pronouns.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AEE2BF7-018F-8862-F76A-DE4C51AA5B5E}"/>
              </a:ext>
            </a:extLst>
          </p:cNvPr>
          <p:cNvSpPr txBox="1">
            <a:spLocks/>
          </p:cNvSpPr>
          <p:nvPr/>
        </p:nvSpPr>
        <p:spPr>
          <a:xfrm>
            <a:off x="1371600" y="2216581"/>
            <a:ext cx="5194092" cy="3944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performs significantly better when resolving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neutral pronouns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("their/them") compared to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gendered ones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("her/his").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drops noticeably when the pronoun does not match the occupation's historical majority gender (e.g., a male nurse).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A5D502-EF3B-7459-FADD-36F6DBFDA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562" y="2216581"/>
            <a:ext cx="4699000" cy="412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1209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5CCD5-6475-7CBD-0E68-E09D3EE0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193EE-EAD6-4848-36EA-4CFF40383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5.4 </a:t>
            </a:r>
            <a:r>
              <a:rPr lang="en-US" b="1" i="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TruthfulQA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98481-A0E0-C23F-8ACC-700FB14D8DC1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9601200" cy="9647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Metric: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Percentage of "Truthful" and "Truthful &amp; Informative" answers.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Settings: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Zero-shot with adversarial questions across 38 categories.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3C57722-1D1B-4386-D6B1-2274B1E80696}"/>
              </a:ext>
            </a:extLst>
          </p:cNvPr>
          <p:cNvSpPr txBox="1">
            <a:spLocks/>
          </p:cNvSpPr>
          <p:nvPr/>
        </p:nvSpPr>
        <p:spPr>
          <a:xfrm>
            <a:off x="1371600" y="2216581"/>
            <a:ext cx="5194092" cy="3944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scores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 than GPT-3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both "Truthful" and "Truthful &amp; Informative" categories.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Limitations: The absolute rate of correct answers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remains low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model is still </a:t>
            </a: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prone to hallucinating incorrect answers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significant room for improvement in handling misinformation.</a:t>
            </a:r>
            <a:endParaRPr lang="en-US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A708A4-CCB2-5A0F-4C0C-2545E9D37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1214" y="2438299"/>
            <a:ext cx="4635500" cy="406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413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E8E72-9029-E8BD-2750-967942995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41802-DAEF-6104-FB8F-889EDA1E3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9D2742-3BE8-4697-2149-8366A9F8755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Estimates based on Wu et al. (2022) formulas: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(Watt-hours) is the total energy consumed by the training process.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(GPU-hours) is the total number of hours the GPUs were running. Calculated by the number of GPUs (2048) times the total training time (approx. 5 months).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power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conssumption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the amount of power a single A100-80GB GPU uses while running, typically measured in Watts.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(Power Usage Effectiveness) is the ratio that measures how efficiently a data center uses energy. A PUE of 1.1 means that for every 1.0 unit of energy used by the computing equipment (GPUs), an additional 0.1 unit is used for cooling and other infrastructure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9D2742-3BE8-4697-2149-8366A9F87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r="-246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17681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F1E38-6B13-5382-1A44-5CEF78B49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281C5-9F37-9D7E-97A3-F65C3D0CF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(2)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12A497-6CF9-1104-28FB-33A8F485C2D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b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the tons of Carbon Dioxide equivalent, the standard unit for measuring carbon footprints.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Megawatt-hours (1 MWh = 1,000,000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0.385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the carbon intensity standardization factor that represents the US national average </a:t>
                </a:r>
                <a14:m>
                  <m:oMath xmlns:m="http://schemas.openxmlformats.org/officeDocument/2006/math">
                    <m:r>
                      <a:rPr lang="en-US" i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0.385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kg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KWh</m:t>
                    </m:r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how much carbon is emitted to generate one kilowatt-hour of electricity. Using this average allows for a fair comparison between models regardless of the specific "green" or "dirty" energy grid of their actual data center.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12A497-6CF9-1104-28FB-33A8F485C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r="-984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91840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6011E-CD44-4925-FDBF-3269926C8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DA828-9ACF-3846-1757-36CF827BD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8ADCC5-1250-F63D-41B8-0DAF845A413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Training Statistics: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Resources: 2048 A100-80GB GPUs used for approximately 5 months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Energy: ~2,638 MWh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</a:p>
              <a:p>
                <a:pPr lvl="1"/>
                <a:endParaRPr lang="en-US" sz="12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 simple words, training all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emitted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1,015 tons of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𝐂</m:t>
                    </m:r>
                    <m:sSub>
                      <m:sSub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𝐎</m:t>
                        </m:r>
                      </m:e>
                      <m:sub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b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 put it in perspective, it is roughly equivalent to:</a:t>
                </a:r>
                <a:endParaRPr lang="en-US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annual emissions of about 220 gas-powered cars.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Flying: A round-trip flight between New York and London taken 1,000 times.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Home Energy: The energy used by 125 average homes for an entire year.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8ADCC5-1250-F63D-41B8-0DAF845A41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 b="-1467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86343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AB143-2F7B-2F8F-D714-B2FAA4B8E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EBF2B-797F-0311-B836-06EAAB9A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B95D5-5209-A71E-B25A-F9DA49D7C13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b="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</a:p>
              <a:p>
                <a:pPr lvl="1"/>
                <a:endParaRPr lang="en-US" sz="12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Environmental Impact:</a:t>
                </a:r>
                <a:endParaRPr lang="en-US" sz="12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 Science: Releasing these models is intended to reduce future emissions by preventing the need for the community to retrain similar models from scratch.</a:t>
                </a:r>
              </a:p>
              <a:p>
                <a:pPr lvl="1"/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Accessibility: The smaller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are designed to run on a single GPU, significantly lowering the energy barrier for research and inference.</a:t>
                </a: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1B95D5-5209-A71E-B25A-F9DA49D7C1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8007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EE504-06A7-96EC-5DD2-33E26C8D2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3298B-CA43-3F32-EC08-43EEED771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6 Carbon Footprint </a:t>
            </a:r>
            <a:r>
              <a:rPr lang="en-US" sz="3300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b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CD259F-5FC3-0B12-2C50-F3FC5CB35B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84048" indent="-384048" algn="l" defTabSz="914400" rtl="0" eaLnBrk="1" latinLnBrk="0" hangingPunct="1">
                  <a:lnSpc>
                    <a:spcPct val="94000"/>
                  </a:lnSpc>
                  <a:spcBef>
                    <a:spcPts val="10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20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1pPr>
                <a:lvl2pPr marL="914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20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1371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8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3pPr>
                <a:lvl4pPr marL="1828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8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4pPr>
                <a:lvl5pPr marL="22860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6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5pPr>
                <a:lvl6pPr marL="27432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6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6pPr>
                <a:lvl7pPr marL="32004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7pPr>
                <a:lvl8pPr marL="36576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–"/>
                  <a:defRPr sz="1400" i="1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8pPr>
                <a:lvl9pPr marL="4114800" indent="-384048" algn="l" defTabSz="914400" rtl="0" eaLnBrk="1" latinLnBrk="0" hangingPunct="1">
                  <a:lnSpc>
                    <a:spcPct val="94000"/>
                  </a:lnSpc>
                  <a:spcBef>
                    <a:spcPts val="500"/>
                  </a:spcBef>
                  <a:spcAft>
                    <a:spcPts val="200"/>
                  </a:spcAft>
                  <a:buFont typeface="Franklin Gothic Book" panose="020B0503020102020204" pitchFamily="34" charset="0"/>
                  <a:buChar char="■"/>
                  <a:defRPr sz="1400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Watt-hour estimation: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GPU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GPU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power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conssumption</m:t>
                        </m:r>
                      </m:e>
                    </m:d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PUE</m:t>
                    </m:r>
                  </m:oMath>
                </a14:m>
                <a:endParaRPr lang="en-US" sz="5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Carbon emission conversion: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tC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</m:t>
                        </m:r>
                      </m:e>
                      <m:sub>
                        <m: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eq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MWh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×0.385</m:t>
                    </m:r>
                  </m:oMath>
                </a14:m>
                <a:endParaRPr lang="en-US" sz="500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Total Emissions: </a:t>
                </a:r>
                <a:r>
                  <a:rPr lang="en-US" b="1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~1,015 tCO2eq</a:t>
                </a:r>
                <a:endParaRPr lang="en-US" sz="500" b="1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Releasing these is reducing emissions; The smaller </a:t>
                </a:r>
                <a:r>
                  <a:rPr lang="en-US" i="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LLaMA</a:t>
                </a:r>
                <a:r>
                  <a:rPr lang="en-US" i="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models can run on a single GPU</a:t>
                </a: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:endParaRPr lang="en-US" i="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CD259F-5FC3-0B12-2C50-F3FC5CB35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1133856"/>
                <a:ext cx="10320728" cy="5179161"/>
              </a:xfrm>
              <a:prstGeom prst="rect">
                <a:avLst/>
              </a:prstGeom>
              <a:blipFill>
                <a:blip r:embed="rId2"/>
                <a:stretch>
                  <a:fillRect l="-615" t="-978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8041323-3B7E-B359-7753-1E160AC93B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513" y="2935007"/>
            <a:ext cx="8800887" cy="356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905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764DC-737A-02FF-68AC-47533A644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CDFE-7AE3-DB32-7B3D-189CD47EE8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Related Work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8B74DB0-C981-6691-8720-CF86C462A1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5373" y="4247483"/>
            <a:ext cx="2772478" cy="2772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91612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E1D5F-4ACE-143C-1DE9-60B30B9F7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633A-A5A4-A907-5315-4A3E4A46A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7 Related Work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A5A4F-BBFB-76EA-771C-0A5705DC2163}"/>
              </a:ext>
            </a:extLst>
          </p:cNvPr>
          <p:cNvSpPr txBox="1">
            <a:spLocks/>
          </p:cNvSpPr>
          <p:nvPr/>
        </p:nvSpPr>
        <p:spPr>
          <a:xfrm>
            <a:off x="1371600" y="1133856"/>
            <a:ext cx="10320728" cy="5724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Models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 modeling is defined as probability distributions over sequences (Shannon, 1948).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Framed as next token prediction, it serves as a core benchmark for measuring progress toward AI.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Architecture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architecture of language models has evolved from traditional statistical n-gram methods to advanced neural networks.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progression moved through feed-forward models and RNNs/LSTMs before culminating in the Transformer architecture.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 leveraging self-attention, Transformers have revolutionized the field, enabling models to capture long-range dependencies far more effectively than their predecessors.</a:t>
            </a: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Scaling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Scaling has been a consistent driver of progress in language modeling, with a history of increasing both dataset and model sizes from the n-gram era to the present.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This trajectory accelerated with neural networks, moving from billion-parameter LSTMs to massive Transformers like GPT-3 (175B), which sparked a wave of large-scale models.</a:t>
            </a:r>
          </a:p>
          <a:p>
            <a:pPr lvl="1"/>
            <a:r>
              <a:rPr lang="en-US" sz="1800" i="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Research has formalized "power laws" that mathematically predict how much better a model will perform as it gets bigger, helping developers train these systems more efficiently.</a:t>
            </a:r>
          </a:p>
        </p:txBody>
      </p:sp>
    </p:spTree>
    <p:extLst>
      <p:ext uri="{BB962C8B-B14F-4D97-AF65-F5344CB8AC3E}">
        <p14:creationId xmlns:p14="http://schemas.microsoft.com/office/powerpoint/2010/main" val="17939502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B4392-17FB-E59A-60A9-2F1A98FC5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818C7-C4C9-D6DF-CA24-B442B0230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99400" y="3060460"/>
            <a:ext cx="6793200" cy="737080"/>
          </a:xfrm>
        </p:spPr>
        <p:txBody>
          <a:bodyPr/>
          <a:lstStyle/>
          <a:p>
            <a:r>
              <a:rPr lang="en-US" sz="40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Conclusions</a:t>
            </a:r>
            <a:endParaRPr lang="en-IL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63580BC-4CCE-7978-D6B1-06E2880819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683658" y="1393373"/>
            <a:ext cx="2283959" cy="2035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039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8FB90-E7D4-611D-8A33-05280B9F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08AD-238A-B046-6E50-FF71E9528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355701"/>
            <a:ext cx="9601200" cy="660197"/>
          </a:xfrm>
        </p:spPr>
        <p:txBody>
          <a:bodyPr>
            <a:normAutofit fontScale="90000"/>
          </a:bodyPr>
          <a:lstStyle/>
          <a:p>
            <a:pPr>
              <a:spcAft>
                <a:spcPts val="600"/>
              </a:spcAft>
            </a:pPr>
            <a:r>
              <a:rPr lang="en-US" b="1" i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 Conclusions</a:t>
            </a:r>
            <a:endParaRPr lang="en-IL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5BA6B8-A259-AC99-19FE-F4EEBBC091EC}"/>
              </a:ext>
            </a:extLst>
          </p:cNvPr>
          <p:cNvSpPr txBox="1">
            <a:spLocks/>
          </p:cNvSpPr>
          <p:nvPr/>
        </p:nvSpPr>
        <p:spPr>
          <a:xfrm>
            <a:off x="1371599" y="1133856"/>
            <a:ext cx="10294883" cy="572414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84048" indent="-384048" algn="l" defTabSz="914400" rtl="0" eaLnBrk="1" latinLnBrk="0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0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Summary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article presented a series of open-source language models competitive with state-of-the-art foundation models.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authors demonstrated that SOTA performance can be achieved using exclusively publicly available data, without proprietary datasets.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Highlights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LLaMA-13B outperforms GPT-3 while being &gt;10x smaller.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LLaMA-65B is competitive with Chinchilla-70B and PaLM-540B.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Releasing these models aims to accelerate research, improve robustness, and help mitigate issues like toxicity and bias.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experiments (</a:t>
            </a:r>
            <a:r>
              <a:rPr lang="en-US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LLaMA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-I) show promising results; further investigation is planned.</a:t>
            </a:r>
          </a:p>
          <a:p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Plans to release larger models trained on larger corpora, as performance continues to improve with scale.</a:t>
            </a:r>
            <a:endParaRPr lang="en-US" sz="1800" i="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54432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E76-C29F-C8A0-6E9F-F21AFD99C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A8CD650-EFBC-1EED-7449-3B76ABD6881C}"/>
              </a:ext>
            </a:extLst>
          </p:cNvPr>
          <p:cNvSpPr txBox="1"/>
          <p:nvPr/>
        </p:nvSpPr>
        <p:spPr>
          <a:xfrm>
            <a:off x="1240888" y="2319081"/>
            <a:ext cx="9710224" cy="24045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From Scratch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the GPT model &amp; Generating text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ch04_presentation.ipynb</a:t>
            </a:r>
            <a:endParaRPr lang="en-IL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2049619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1753</TotalTime>
  <Words>2260</Words>
  <Application>Microsoft Macintosh PowerPoint</Application>
  <PresentationFormat>Widescreen</PresentationFormat>
  <Paragraphs>209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Cambria Math</vt:lpstr>
      <vt:lpstr>Franklin Gothic Book</vt:lpstr>
      <vt:lpstr>Times New Roman</vt:lpstr>
      <vt:lpstr>Crop</vt:lpstr>
      <vt:lpstr>LLaMA: Open and Efficient Foundation Language Models   evaluation</vt:lpstr>
      <vt:lpstr>Evaluation Methodology</vt:lpstr>
      <vt:lpstr>Benchmarks</vt:lpstr>
      <vt:lpstr>Additional Metrics</vt:lpstr>
      <vt:lpstr>Compared Models</vt:lpstr>
      <vt:lpstr>Benchmarks</vt:lpstr>
      <vt:lpstr>3.1 Common Sense Reasoning</vt:lpstr>
      <vt:lpstr>3.2 Closed-book Question Answering</vt:lpstr>
      <vt:lpstr>3.3 Reading Comprehension</vt:lpstr>
      <vt:lpstr>3.4 Mathematical Reasoning</vt:lpstr>
      <vt:lpstr>3.5 Code Generation</vt:lpstr>
      <vt:lpstr>3.6 General Knowledge (MMLU)</vt:lpstr>
      <vt:lpstr>3.7 Performance Evolution During Training</vt:lpstr>
      <vt:lpstr>Additional Metrics</vt:lpstr>
      <vt:lpstr>4 Instruction Finetuning</vt:lpstr>
      <vt:lpstr>5 Bias, Toxicity and Misinformation</vt:lpstr>
      <vt:lpstr>5.1 RealToxicityPrompts</vt:lpstr>
      <vt:lpstr>5.2 CrowS-Pairs </vt:lpstr>
      <vt:lpstr>5.3 WinoGender</vt:lpstr>
      <vt:lpstr>5.4 TruthfulQA</vt:lpstr>
      <vt:lpstr>6 Carbon Footprint </vt:lpstr>
      <vt:lpstr>6 Carbon Footprint (2) </vt:lpstr>
      <vt:lpstr>6 Carbon Footprint (3) </vt:lpstr>
      <vt:lpstr>6 Carbon Footprint (4) </vt:lpstr>
      <vt:lpstr>6 Carbon Footprint (5) </vt:lpstr>
      <vt:lpstr>Related Work</vt:lpstr>
      <vt:lpstr>7 Related Work</vt:lpstr>
      <vt:lpstr>Conclusions</vt:lpstr>
      <vt:lpstr>8 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Shlomo Ben Shushan</dc:creator>
  <cp:lastModifiedBy>Shlomo Ben Shushan</cp:lastModifiedBy>
  <cp:revision>8</cp:revision>
  <dcterms:created xsi:type="dcterms:W3CDTF">2025-11-27T17:21:13Z</dcterms:created>
  <dcterms:modified xsi:type="dcterms:W3CDTF">2025-11-29T13:58:32Z</dcterms:modified>
</cp:coreProperties>
</file>